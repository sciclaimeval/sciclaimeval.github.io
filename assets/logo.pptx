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3600450" cy="3600450"/>
  <p:notesSz cx="6858000" cy="9144000"/>
  <p:defaultTextStyle>
    <a:defPPr>
      <a:defRPr lang="en-US"/>
    </a:defPPr>
    <a:lvl1pPr marL="0" algn="l" defTabSz="4571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8" algn="l" defTabSz="4571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36" algn="l" defTabSz="4571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53" algn="l" defTabSz="4571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70" algn="l" defTabSz="4571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88" algn="l" defTabSz="4571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06" algn="l" defTabSz="4571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824" algn="l" defTabSz="4571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41" algn="l" defTabSz="4571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ECDD"/>
    <a:srgbClr val="D14E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25"/>
    <p:restoredTop sz="94748"/>
  </p:normalViewPr>
  <p:slideViewPr>
    <p:cSldViewPr snapToGrid="0">
      <p:cViewPr varScale="1">
        <p:scale>
          <a:sx n="370" d="100"/>
          <a:sy n="370" d="100"/>
        </p:scale>
        <p:origin x="13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7" y="589243"/>
            <a:ext cx="3060383" cy="1253490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7" y="1891073"/>
            <a:ext cx="2700338" cy="869275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1" indent="0" algn="ctr">
              <a:buNone/>
              <a:defRPr sz="788"/>
            </a:lvl2pPr>
            <a:lvl3pPr marL="360084" indent="0" algn="ctr">
              <a:buNone/>
              <a:defRPr sz="709"/>
            </a:lvl3pPr>
            <a:lvl4pPr marL="540126" indent="0" algn="ctr">
              <a:buNone/>
              <a:defRPr sz="630"/>
            </a:lvl4pPr>
            <a:lvl5pPr marL="720167" indent="0" algn="ctr">
              <a:buNone/>
              <a:defRPr sz="630"/>
            </a:lvl5pPr>
            <a:lvl6pPr marL="900210" indent="0" algn="ctr">
              <a:buNone/>
              <a:defRPr sz="630"/>
            </a:lvl6pPr>
            <a:lvl7pPr marL="1080252" indent="0" algn="ctr">
              <a:buNone/>
              <a:defRPr sz="630"/>
            </a:lvl7pPr>
            <a:lvl8pPr marL="1260292" indent="0" algn="ctr">
              <a:buNone/>
              <a:defRPr sz="630"/>
            </a:lvl8pPr>
            <a:lvl9pPr marL="1440333" indent="0" algn="ctr">
              <a:buNone/>
              <a:defRPr sz="63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EF2B5-33C3-4547-AC96-FA31269FF8EC}" type="datetimeFigureOut">
              <a:rPr lang="fr-FR" smtClean="0"/>
              <a:t>05/12/2025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97B0-847B-0143-BC47-5E357E53CE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7507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EF2B5-33C3-4547-AC96-FA31269FF8EC}" type="datetimeFigureOut">
              <a:rPr lang="fr-FR" smtClean="0"/>
              <a:t>05/12/2025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97B0-847B-0143-BC47-5E357E53CE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5603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897616"/>
            <a:ext cx="3105388" cy="1497686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2409471"/>
            <a:ext cx="3105388" cy="787597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1pPr>
            <a:lvl2pPr marL="180041" indent="0">
              <a:buNone/>
              <a:defRPr sz="788">
                <a:solidFill>
                  <a:schemeClr val="tx1">
                    <a:tint val="82000"/>
                  </a:schemeClr>
                </a:solidFill>
              </a:defRPr>
            </a:lvl2pPr>
            <a:lvl3pPr marL="360084" indent="0">
              <a:buNone/>
              <a:defRPr sz="709">
                <a:solidFill>
                  <a:schemeClr val="tx1">
                    <a:tint val="82000"/>
                  </a:schemeClr>
                </a:solidFill>
              </a:defRPr>
            </a:lvl3pPr>
            <a:lvl4pPr marL="540126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4pPr>
            <a:lvl5pPr marL="720167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5pPr>
            <a:lvl6pPr marL="900210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6pPr>
            <a:lvl7pPr marL="1080252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7pPr>
            <a:lvl8pPr marL="1260292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8pPr>
            <a:lvl9pPr marL="1440333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EF2B5-33C3-4547-AC96-FA31269FF8EC}" type="datetimeFigureOut">
              <a:rPr lang="fr-FR" smtClean="0"/>
              <a:t>05/12/2025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97B0-847B-0143-BC47-5E357E53CE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779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4" y="958453"/>
            <a:ext cx="1530191" cy="228445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30" y="958453"/>
            <a:ext cx="1530191" cy="228445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EF2B5-33C3-4547-AC96-FA31269FF8EC}" type="datetimeFigureOut">
              <a:rPr lang="fr-FR" smtClean="0"/>
              <a:t>05/12/2025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97B0-847B-0143-BC47-5E357E53CE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5307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91691"/>
            <a:ext cx="3105388" cy="69592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882610"/>
            <a:ext cx="1523160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1" indent="0">
              <a:buNone/>
              <a:defRPr sz="788" b="1"/>
            </a:lvl2pPr>
            <a:lvl3pPr marL="360084" indent="0">
              <a:buNone/>
              <a:defRPr sz="709" b="1"/>
            </a:lvl3pPr>
            <a:lvl4pPr marL="540126" indent="0">
              <a:buNone/>
              <a:defRPr sz="630" b="1"/>
            </a:lvl4pPr>
            <a:lvl5pPr marL="720167" indent="0">
              <a:buNone/>
              <a:defRPr sz="630" b="1"/>
            </a:lvl5pPr>
            <a:lvl6pPr marL="900210" indent="0">
              <a:buNone/>
              <a:defRPr sz="630" b="1"/>
            </a:lvl6pPr>
            <a:lvl7pPr marL="1080252" indent="0">
              <a:buNone/>
              <a:defRPr sz="630" b="1"/>
            </a:lvl7pPr>
            <a:lvl8pPr marL="1260292" indent="0">
              <a:buNone/>
              <a:defRPr sz="630" b="1"/>
            </a:lvl8pPr>
            <a:lvl9pPr marL="1440333" indent="0">
              <a:buNone/>
              <a:defRPr sz="63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1315165"/>
            <a:ext cx="1523160" cy="193440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882610"/>
            <a:ext cx="1530660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1" indent="0">
              <a:buNone/>
              <a:defRPr sz="788" b="1"/>
            </a:lvl2pPr>
            <a:lvl3pPr marL="360084" indent="0">
              <a:buNone/>
              <a:defRPr sz="709" b="1"/>
            </a:lvl3pPr>
            <a:lvl4pPr marL="540126" indent="0">
              <a:buNone/>
              <a:defRPr sz="630" b="1"/>
            </a:lvl4pPr>
            <a:lvl5pPr marL="720167" indent="0">
              <a:buNone/>
              <a:defRPr sz="630" b="1"/>
            </a:lvl5pPr>
            <a:lvl6pPr marL="900210" indent="0">
              <a:buNone/>
              <a:defRPr sz="630" b="1"/>
            </a:lvl6pPr>
            <a:lvl7pPr marL="1080252" indent="0">
              <a:buNone/>
              <a:defRPr sz="630" b="1"/>
            </a:lvl7pPr>
            <a:lvl8pPr marL="1260292" indent="0">
              <a:buNone/>
              <a:defRPr sz="630" b="1"/>
            </a:lvl8pPr>
            <a:lvl9pPr marL="1440333" indent="0">
              <a:buNone/>
              <a:defRPr sz="63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1315165"/>
            <a:ext cx="1530660" cy="193440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EF2B5-33C3-4547-AC96-FA31269FF8EC}" type="datetimeFigureOut">
              <a:rPr lang="fr-FR" smtClean="0"/>
              <a:t>05/12/2025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97B0-847B-0143-BC47-5E357E53CE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119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EF2B5-33C3-4547-AC96-FA31269FF8EC}" type="datetimeFigureOut">
              <a:rPr lang="fr-FR" smtClean="0"/>
              <a:t>05/12/2025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97B0-847B-0143-BC47-5E357E53CE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3434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EF2B5-33C3-4547-AC96-FA31269FF8EC}" type="datetimeFigureOut">
              <a:rPr lang="fr-FR" smtClean="0"/>
              <a:t>05/12/2025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97B0-847B-0143-BC47-5E357E53CE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365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2" y="240032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2" y="518401"/>
            <a:ext cx="1822728" cy="2558653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2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1" indent="0">
              <a:buNone/>
              <a:defRPr sz="551"/>
            </a:lvl2pPr>
            <a:lvl3pPr marL="360084" indent="0">
              <a:buNone/>
              <a:defRPr sz="473"/>
            </a:lvl3pPr>
            <a:lvl4pPr marL="540126" indent="0">
              <a:buNone/>
              <a:defRPr sz="394"/>
            </a:lvl4pPr>
            <a:lvl5pPr marL="720167" indent="0">
              <a:buNone/>
              <a:defRPr sz="394"/>
            </a:lvl5pPr>
            <a:lvl6pPr marL="900210" indent="0">
              <a:buNone/>
              <a:defRPr sz="394"/>
            </a:lvl6pPr>
            <a:lvl7pPr marL="1080252" indent="0">
              <a:buNone/>
              <a:defRPr sz="394"/>
            </a:lvl7pPr>
            <a:lvl8pPr marL="1260292" indent="0">
              <a:buNone/>
              <a:defRPr sz="394"/>
            </a:lvl8pPr>
            <a:lvl9pPr marL="1440333" indent="0">
              <a:buNone/>
              <a:defRPr sz="394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EF2B5-33C3-4547-AC96-FA31269FF8EC}" type="datetimeFigureOut">
              <a:rPr lang="fr-FR" smtClean="0"/>
              <a:t>05/12/2025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97B0-847B-0143-BC47-5E357E53CE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7149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2" y="240032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2" y="518401"/>
            <a:ext cx="1822728" cy="2558653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1" indent="0">
              <a:buNone/>
              <a:defRPr sz="1103"/>
            </a:lvl2pPr>
            <a:lvl3pPr marL="360084" indent="0">
              <a:buNone/>
              <a:defRPr sz="945"/>
            </a:lvl3pPr>
            <a:lvl4pPr marL="540126" indent="0">
              <a:buNone/>
              <a:defRPr sz="788"/>
            </a:lvl4pPr>
            <a:lvl5pPr marL="720167" indent="0">
              <a:buNone/>
              <a:defRPr sz="788"/>
            </a:lvl5pPr>
            <a:lvl6pPr marL="900210" indent="0">
              <a:buNone/>
              <a:defRPr sz="788"/>
            </a:lvl6pPr>
            <a:lvl7pPr marL="1080252" indent="0">
              <a:buNone/>
              <a:defRPr sz="788"/>
            </a:lvl7pPr>
            <a:lvl8pPr marL="1260292" indent="0">
              <a:buNone/>
              <a:defRPr sz="788"/>
            </a:lvl8pPr>
            <a:lvl9pPr marL="1440333" indent="0">
              <a:buNone/>
              <a:defRPr sz="788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2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1" indent="0">
              <a:buNone/>
              <a:defRPr sz="551"/>
            </a:lvl2pPr>
            <a:lvl3pPr marL="360084" indent="0">
              <a:buNone/>
              <a:defRPr sz="473"/>
            </a:lvl3pPr>
            <a:lvl4pPr marL="540126" indent="0">
              <a:buNone/>
              <a:defRPr sz="394"/>
            </a:lvl4pPr>
            <a:lvl5pPr marL="720167" indent="0">
              <a:buNone/>
              <a:defRPr sz="394"/>
            </a:lvl5pPr>
            <a:lvl6pPr marL="900210" indent="0">
              <a:buNone/>
              <a:defRPr sz="394"/>
            </a:lvl6pPr>
            <a:lvl7pPr marL="1080252" indent="0">
              <a:buNone/>
              <a:defRPr sz="394"/>
            </a:lvl7pPr>
            <a:lvl8pPr marL="1260292" indent="0">
              <a:buNone/>
              <a:defRPr sz="394"/>
            </a:lvl8pPr>
            <a:lvl9pPr marL="1440333" indent="0">
              <a:buNone/>
              <a:defRPr sz="394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EF2B5-33C3-4547-AC96-FA31269FF8EC}" type="datetimeFigureOut">
              <a:rPr lang="fr-FR" smtClean="0"/>
              <a:t>05/12/2025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97B0-847B-0143-BC47-5E357E53CE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8834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EF2B5-33C3-4547-AC96-FA31269FF8EC}" type="datetimeFigureOut">
              <a:rPr lang="fr-FR" smtClean="0"/>
              <a:t>05/12/2025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97B0-847B-0143-BC47-5E357E53CE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7221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4" y="191691"/>
            <a:ext cx="776347" cy="305121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4" y="191691"/>
            <a:ext cx="2284035" cy="305121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EF2B5-33C3-4547-AC96-FA31269FF8EC}" type="datetimeFigureOut">
              <a:rPr lang="fr-FR" smtClean="0"/>
              <a:t>05/12/2025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E97B0-847B-0143-BC47-5E357E53CE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7998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3" y="191691"/>
            <a:ext cx="3105388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3" y="958453"/>
            <a:ext cx="3105388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2" y="3337086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2EF2B5-33C3-4547-AC96-FA31269FF8EC}" type="datetimeFigureOut">
              <a:rPr lang="fr-FR" smtClean="0"/>
              <a:t>05/12/2025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51" y="3337086"/>
            <a:ext cx="121515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3337086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9E97B0-847B-0143-BC47-5E357E53CE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1634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0084" rtl="0" eaLnBrk="1" latinLnBrk="0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2" indent="-90022" algn="l" defTabSz="360084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2" indent="-90022" algn="l" defTabSz="360084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03" indent="-90022" algn="l" defTabSz="360084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46" indent="-90022" algn="l" defTabSz="360084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188" indent="-90022" algn="l" defTabSz="360084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29" indent="-90022" algn="l" defTabSz="360084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71" indent="-90022" algn="l" defTabSz="360084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14" indent="-90022" algn="l" defTabSz="360084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56" indent="-90022" algn="l" defTabSz="360084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84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1" algn="l" defTabSz="360084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84" algn="l" defTabSz="360084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26" algn="l" defTabSz="360084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67" algn="l" defTabSz="360084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10" algn="l" defTabSz="360084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52" algn="l" defTabSz="360084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292" algn="l" defTabSz="360084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33" algn="l" defTabSz="360084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55D644D0-DEAE-D3E7-FDDF-32E4C858FBAD}"/>
              </a:ext>
            </a:extLst>
          </p:cNvPr>
          <p:cNvSpPr>
            <a:spLocks noChangeAspect="1"/>
          </p:cNvSpPr>
          <p:nvPr/>
        </p:nvSpPr>
        <p:spPr>
          <a:xfrm>
            <a:off x="450225" y="450225"/>
            <a:ext cx="2700000" cy="2700000"/>
          </a:xfrm>
          <a:prstGeom prst="ellipse">
            <a:avLst/>
          </a:prstGeom>
          <a:solidFill>
            <a:srgbClr val="D14E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40" dirty="0"/>
          </a:p>
        </p:txBody>
      </p: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3F54FC59-378A-0777-C7FC-1978634502D4}"/>
              </a:ext>
            </a:extLst>
          </p:cNvPr>
          <p:cNvGrpSpPr>
            <a:grpSpLocks noChangeAspect="1"/>
          </p:cNvGrpSpPr>
          <p:nvPr/>
        </p:nvGrpSpPr>
        <p:grpSpPr>
          <a:xfrm>
            <a:off x="1767560" y="641596"/>
            <a:ext cx="1584000" cy="1276073"/>
            <a:chOff x="702223" y="976273"/>
            <a:chExt cx="2196000" cy="1769107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A2ED4D7-CE36-8A0D-01B9-257A72F08C8A}"/>
                </a:ext>
              </a:extLst>
            </p:cNvPr>
            <p:cNvSpPr/>
            <p:nvPr/>
          </p:nvSpPr>
          <p:spPr>
            <a:xfrm rot="-240000">
              <a:off x="2307110" y="1070809"/>
              <a:ext cx="216000" cy="1656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4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06BABDE-6249-8602-7FB0-5EC2821E41AF}"/>
                </a:ext>
              </a:extLst>
            </p:cNvPr>
            <p:cNvSpPr/>
            <p:nvPr/>
          </p:nvSpPr>
          <p:spPr>
            <a:xfrm rot="240000">
              <a:off x="1077340" y="1070809"/>
              <a:ext cx="216000" cy="1656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4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FF71977-8D4E-01EB-657B-CD2D591CF49B}"/>
                </a:ext>
              </a:extLst>
            </p:cNvPr>
            <p:cNvSpPr/>
            <p:nvPr/>
          </p:nvSpPr>
          <p:spPr>
            <a:xfrm rot="5400000">
              <a:off x="1067203" y="2529380"/>
              <a:ext cx="144000" cy="288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40"/>
            </a:p>
          </p:txBody>
        </p:sp>
        <p:sp>
          <p:nvSpPr>
            <p:cNvPr id="50" name="Rectangle : coins arrondis 49">
              <a:extLst>
                <a:ext uri="{FF2B5EF4-FFF2-40B4-BE49-F238E27FC236}">
                  <a16:creationId xmlns:a16="http://schemas.microsoft.com/office/drawing/2014/main" id="{A5CCB893-9234-1103-8628-65B00B9C8665}"/>
                </a:ext>
              </a:extLst>
            </p:cNvPr>
            <p:cNvSpPr/>
            <p:nvPr/>
          </p:nvSpPr>
          <p:spPr>
            <a:xfrm>
              <a:off x="860758" y="1469395"/>
              <a:ext cx="1878931" cy="108000"/>
            </a:xfrm>
            <a:prstGeom prst="roundRect">
              <a:avLst>
                <a:gd name="adj" fmla="val 2407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40"/>
            </a:p>
          </p:txBody>
        </p:sp>
        <p:sp>
          <p:nvSpPr>
            <p:cNvPr id="51" name="Rectangle : coins arrondis 50">
              <a:extLst>
                <a:ext uri="{FF2B5EF4-FFF2-40B4-BE49-F238E27FC236}">
                  <a16:creationId xmlns:a16="http://schemas.microsoft.com/office/drawing/2014/main" id="{C8133DBB-A3C8-58C3-8B03-5D8719F13F50}"/>
                </a:ext>
              </a:extLst>
            </p:cNvPr>
            <p:cNvSpPr/>
            <p:nvPr/>
          </p:nvSpPr>
          <p:spPr>
            <a:xfrm>
              <a:off x="828223" y="1065292"/>
              <a:ext cx="1944000" cy="198087"/>
            </a:xfrm>
            <a:prstGeom prst="roundRect">
              <a:avLst>
                <a:gd name="adj" fmla="val 2407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40"/>
            </a:p>
          </p:txBody>
        </p:sp>
        <p:sp>
          <p:nvSpPr>
            <p:cNvPr id="52" name="Lune 51">
              <a:extLst>
                <a:ext uri="{FF2B5EF4-FFF2-40B4-BE49-F238E27FC236}">
                  <a16:creationId xmlns:a16="http://schemas.microsoft.com/office/drawing/2014/main" id="{82BC8A0D-466D-68E8-DBA5-FD59F478BB72}"/>
                </a:ext>
              </a:extLst>
            </p:cNvPr>
            <p:cNvSpPr/>
            <p:nvPr/>
          </p:nvSpPr>
          <p:spPr>
            <a:xfrm rot="16200000">
              <a:off x="1670185" y="8311"/>
              <a:ext cx="260076" cy="2196000"/>
            </a:xfrm>
            <a:prstGeom prst="moon">
              <a:avLst>
                <a:gd name="adj" fmla="val 84453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4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CBC33F0-0DF5-6577-02E6-F3BC818432BA}"/>
                </a:ext>
              </a:extLst>
            </p:cNvPr>
            <p:cNvSpPr/>
            <p:nvPr/>
          </p:nvSpPr>
          <p:spPr>
            <a:xfrm rot="10800000">
              <a:off x="1722416" y="1184914"/>
              <a:ext cx="144000" cy="35888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40"/>
            </a:p>
          </p:txBody>
        </p:sp>
        <p:sp>
          <p:nvSpPr>
            <p:cNvPr id="54" name="Rectangle : coins arrondis 53">
              <a:extLst>
                <a:ext uri="{FF2B5EF4-FFF2-40B4-BE49-F238E27FC236}">
                  <a16:creationId xmlns:a16="http://schemas.microsoft.com/office/drawing/2014/main" id="{DBCC8A0A-8AEC-B8C2-7D6A-D3EDEBA2635E}"/>
                </a:ext>
              </a:extLst>
            </p:cNvPr>
            <p:cNvSpPr/>
            <p:nvPr/>
          </p:nvSpPr>
          <p:spPr>
            <a:xfrm>
              <a:off x="995203" y="2565473"/>
              <a:ext cx="288000" cy="108000"/>
            </a:xfrm>
            <a:prstGeom prst="roundRect">
              <a:avLst>
                <a:gd name="adj" fmla="val 38774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4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1E0A8FF-60DD-7FC1-4C42-FA3DFB7E8D95}"/>
                </a:ext>
              </a:extLst>
            </p:cNvPr>
            <p:cNvSpPr/>
            <p:nvPr/>
          </p:nvSpPr>
          <p:spPr>
            <a:xfrm rot="5400000">
              <a:off x="2391178" y="2529380"/>
              <a:ext cx="144000" cy="288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40"/>
            </a:p>
          </p:txBody>
        </p:sp>
        <p:sp>
          <p:nvSpPr>
            <p:cNvPr id="56" name="Rectangle : coins arrondis 55">
              <a:extLst>
                <a:ext uri="{FF2B5EF4-FFF2-40B4-BE49-F238E27FC236}">
                  <a16:creationId xmlns:a16="http://schemas.microsoft.com/office/drawing/2014/main" id="{13E6609D-DD5C-A261-3D61-CDBA5C3AAA76}"/>
                </a:ext>
              </a:extLst>
            </p:cNvPr>
            <p:cNvSpPr/>
            <p:nvPr/>
          </p:nvSpPr>
          <p:spPr>
            <a:xfrm>
              <a:off x="2319178" y="2565473"/>
              <a:ext cx="288000" cy="108000"/>
            </a:xfrm>
            <a:prstGeom prst="roundRect">
              <a:avLst>
                <a:gd name="adj" fmla="val 38774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40"/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F4BBB3EF-EB9B-9D19-535C-7623ACA44F9E}"/>
              </a:ext>
            </a:extLst>
          </p:cNvPr>
          <p:cNvGrpSpPr/>
          <p:nvPr/>
        </p:nvGrpSpPr>
        <p:grpSpPr>
          <a:xfrm>
            <a:off x="1598189" y="1244603"/>
            <a:ext cx="1260000" cy="1548000"/>
            <a:chOff x="1579139" y="1250951"/>
            <a:chExt cx="1260000" cy="1548000"/>
          </a:xfrm>
        </p:grpSpPr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F32931D0-0BAA-17F7-FAA8-E54D2C394386}"/>
                </a:ext>
              </a:extLst>
            </p:cNvPr>
            <p:cNvSpPr/>
            <p:nvPr/>
          </p:nvSpPr>
          <p:spPr>
            <a:xfrm>
              <a:off x="1579139" y="1250951"/>
              <a:ext cx="1260000" cy="1548000"/>
            </a:xfrm>
            <a:prstGeom prst="roundRect">
              <a:avLst>
                <a:gd name="adj" fmla="val 6840"/>
              </a:avLst>
            </a:prstGeom>
            <a:solidFill>
              <a:srgbClr val="F4ECDD"/>
            </a:solidFill>
            <a:ln w="635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40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B8C8D5A7-A474-625B-1310-1A1F87515F9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69164" y="1613492"/>
              <a:ext cx="108000" cy="108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40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4F5B31B8-D3CF-2CC2-9C7A-C8838C0CA9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67304" y="1458083"/>
              <a:ext cx="108000" cy="108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40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46A913DA-03E0-9B97-4987-0EBE9C8714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83784" y="1609700"/>
              <a:ext cx="108000" cy="108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40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5CACB6D5-D02E-991A-ED11-713220186A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84150" y="1393627"/>
              <a:ext cx="108000" cy="108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40"/>
            </a:p>
          </p:txBody>
        </p: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F52A7995-139E-3D06-2DB9-07678249C1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7974" y="1511865"/>
              <a:ext cx="197457" cy="149189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41A97F2B-4939-365C-6AB8-1B7A1D820315}"/>
                </a:ext>
              </a:extLst>
            </p:cNvPr>
            <p:cNvCxnSpPr>
              <a:cxnSpLocks/>
            </p:cNvCxnSpPr>
            <p:nvPr/>
          </p:nvCxnSpPr>
          <p:spPr>
            <a:xfrm>
              <a:off x="2137263" y="1524867"/>
              <a:ext cx="179263" cy="117865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4B4A4AEF-BFCB-0F33-08B8-B2E94E7C1899}"/>
                </a:ext>
              </a:extLst>
            </p:cNvPr>
            <p:cNvCxnSpPr>
              <a:cxnSpLocks/>
            </p:cNvCxnSpPr>
            <p:nvPr/>
          </p:nvCxnSpPr>
          <p:spPr>
            <a:xfrm rot="21120000" flipV="1">
              <a:off x="2356859" y="1469937"/>
              <a:ext cx="288000" cy="162360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 : coins arrondis 30">
              <a:extLst>
                <a:ext uri="{FF2B5EF4-FFF2-40B4-BE49-F238E27FC236}">
                  <a16:creationId xmlns:a16="http://schemas.microsoft.com/office/drawing/2014/main" id="{E750D549-A240-B26A-BD3D-D0AB44DC783A}"/>
                </a:ext>
              </a:extLst>
            </p:cNvPr>
            <p:cNvSpPr/>
            <p:nvPr/>
          </p:nvSpPr>
          <p:spPr>
            <a:xfrm>
              <a:off x="1736339" y="1863139"/>
              <a:ext cx="945600" cy="45719"/>
            </a:xfrm>
            <a:prstGeom prst="roundRect">
              <a:avLst>
                <a:gd name="adj" fmla="val 4266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40"/>
            </a:p>
          </p:txBody>
        </p:sp>
        <p:sp>
          <p:nvSpPr>
            <p:cNvPr id="32" name="Rectangle : coins arrondis 31">
              <a:extLst>
                <a:ext uri="{FF2B5EF4-FFF2-40B4-BE49-F238E27FC236}">
                  <a16:creationId xmlns:a16="http://schemas.microsoft.com/office/drawing/2014/main" id="{9DE65E81-537E-1637-90AC-A446C5397AE0}"/>
                </a:ext>
              </a:extLst>
            </p:cNvPr>
            <p:cNvSpPr/>
            <p:nvPr/>
          </p:nvSpPr>
          <p:spPr>
            <a:xfrm>
              <a:off x="1736339" y="1944395"/>
              <a:ext cx="945600" cy="45719"/>
            </a:xfrm>
            <a:prstGeom prst="roundRect">
              <a:avLst>
                <a:gd name="adj" fmla="val 4266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40"/>
            </a:p>
          </p:txBody>
        </p:sp>
        <p:sp>
          <p:nvSpPr>
            <p:cNvPr id="33" name="Rectangle : coins arrondis 32">
              <a:extLst>
                <a:ext uri="{FF2B5EF4-FFF2-40B4-BE49-F238E27FC236}">
                  <a16:creationId xmlns:a16="http://schemas.microsoft.com/office/drawing/2014/main" id="{CF338912-18D8-C24B-4D54-EDF73EA880D9}"/>
                </a:ext>
              </a:extLst>
            </p:cNvPr>
            <p:cNvSpPr/>
            <p:nvPr/>
          </p:nvSpPr>
          <p:spPr>
            <a:xfrm>
              <a:off x="1736339" y="2030870"/>
              <a:ext cx="614170" cy="45719"/>
            </a:xfrm>
            <a:prstGeom prst="roundRect">
              <a:avLst>
                <a:gd name="adj" fmla="val 4266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40"/>
            </a:p>
          </p:txBody>
        </p:sp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2C7F5A34-1FE7-AC09-C662-E944F0DAF2AA}"/>
                </a:ext>
              </a:extLst>
            </p:cNvPr>
            <p:cNvGrpSpPr/>
            <p:nvPr/>
          </p:nvGrpSpPr>
          <p:grpSpPr>
            <a:xfrm>
              <a:off x="1748508" y="2165240"/>
              <a:ext cx="933431" cy="523862"/>
              <a:chOff x="1748508" y="2146313"/>
              <a:chExt cx="933431" cy="523862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EB6D4FD2-D3D3-060B-B666-7568B7162A4E}"/>
                  </a:ext>
                </a:extLst>
              </p:cNvPr>
              <p:cNvSpPr/>
              <p:nvPr/>
            </p:nvSpPr>
            <p:spPr>
              <a:xfrm>
                <a:off x="1748508" y="2148173"/>
                <a:ext cx="933431" cy="129698"/>
              </a:xfrm>
              <a:prstGeom prst="rect">
                <a:avLst/>
              </a:prstGeom>
              <a:solidFill>
                <a:schemeClr val="bg1">
                  <a:lumMod val="50000"/>
                  <a:alpha val="57342"/>
                </a:schemeClr>
              </a:solidFill>
              <a:ln w="222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40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AFD1017-B91A-4FB7-0FF3-CD5F10281076}"/>
                  </a:ext>
                </a:extLst>
              </p:cNvPr>
              <p:cNvSpPr/>
              <p:nvPr/>
            </p:nvSpPr>
            <p:spPr>
              <a:xfrm>
                <a:off x="1748508" y="2146313"/>
                <a:ext cx="933431" cy="523862"/>
              </a:xfrm>
              <a:prstGeom prst="rect">
                <a:avLst/>
              </a:prstGeom>
              <a:noFill/>
              <a:ln w="444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40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227E22E5-39C1-BB33-A815-BFA0DEF8BE50}"/>
                  </a:ext>
                </a:extLst>
              </p:cNvPr>
              <p:cNvSpPr/>
              <p:nvPr/>
            </p:nvSpPr>
            <p:spPr>
              <a:xfrm>
                <a:off x="2044383" y="2146313"/>
                <a:ext cx="341601" cy="523862"/>
              </a:xfrm>
              <a:prstGeom prst="rect">
                <a:avLst/>
              </a:prstGeom>
              <a:noFill/>
              <a:ln w="222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4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70D9E3ED-87BA-0472-F549-1D5B598C27FA}"/>
                  </a:ext>
                </a:extLst>
              </p:cNvPr>
              <p:cNvSpPr/>
              <p:nvPr/>
            </p:nvSpPr>
            <p:spPr>
              <a:xfrm>
                <a:off x="1748508" y="2414500"/>
                <a:ext cx="933431" cy="129698"/>
              </a:xfrm>
              <a:prstGeom prst="rect">
                <a:avLst/>
              </a:prstGeom>
              <a:noFill/>
              <a:ln w="222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40"/>
              </a:p>
            </p:txBody>
          </p:sp>
        </p:grp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E275E5DF-3518-9913-7FE1-7D7CB49A78D3}"/>
              </a:ext>
            </a:extLst>
          </p:cNvPr>
          <p:cNvGrpSpPr/>
          <p:nvPr/>
        </p:nvGrpSpPr>
        <p:grpSpPr>
          <a:xfrm>
            <a:off x="372826" y="1049311"/>
            <a:ext cx="1381054" cy="1709036"/>
            <a:chOff x="372824" y="1049311"/>
            <a:chExt cx="1381055" cy="1709035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5197F6BE-DC46-DC6C-621F-75902A3C9F4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5879" y="1049311"/>
              <a:ext cx="1188000" cy="1188000"/>
            </a:xfrm>
            <a:prstGeom prst="ellipse">
              <a:avLst/>
            </a:prstGeom>
            <a:solidFill>
              <a:srgbClr val="F4ECDD"/>
            </a:solidFill>
            <a:ln w="1270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  <a:ea typeface="Helvetica Neue" panose="02000503000000020004" pitchFamily="2" charset="0"/>
                <a:cs typeface="Baloo 2" panose="03080502040302020200" pitchFamily="66" charset="77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D3B2572-6F26-F5F1-C664-A6DDD0223612}"/>
                </a:ext>
              </a:extLst>
            </p:cNvPr>
            <p:cNvSpPr/>
            <p:nvPr/>
          </p:nvSpPr>
          <p:spPr>
            <a:xfrm rot="2400000">
              <a:off x="648811" y="2078382"/>
              <a:ext cx="144000" cy="216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40"/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BCEB0A79-E809-87C6-FACB-7D5048C9C2B2}"/>
                </a:ext>
              </a:extLst>
            </p:cNvPr>
            <p:cNvSpPr/>
            <p:nvPr/>
          </p:nvSpPr>
          <p:spPr>
            <a:xfrm rot="2400000">
              <a:off x="372824" y="2182346"/>
              <a:ext cx="216000" cy="576000"/>
            </a:xfrm>
            <a:prstGeom prst="roundRect">
              <a:avLst>
                <a:gd name="adj" fmla="val 38654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40"/>
            </a:p>
          </p:txBody>
        </p:sp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ED184F23-BD39-46B0-E4F9-B54EF5D02268}"/>
                </a:ext>
              </a:extLst>
            </p:cNvPr>
            <p:cNvGrpSpPr/>
            <p:nvPr/>
          </p:nvGrpSpPr>
          <p:grpSpPr>
            <a:xfrm>
              <a:off x="930743" y="1319039"/>
              <a:ext cx="357088" cy="648000"/>
              <a:chOff x="876768" y="1290464"/>
              <a:chExt cx="357088" cy="648000"/>
            </a:xfrm>
          </p:grpSpPr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FA6ACDED-6D92-0CE1-639C-FAAEB27324D4}"/>
                  </a:ext>
                </a:extLst>
              </p:cNvPr>
              <p:cNvSpPr/>
              <p:nvPr/>
            </p:nvSpPr>
            <p:spPr>
              <a:xfrm rot="19080000">
                <a:off x="876768" y="1554608"/>
                <a:ext cx="108000" cy="360000"/>
              </a:xfrm>
              <a:prstGeom prst="roundRect">
                <a:avLst>
                  <a:gd name="adj" fmla="val 47528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40" dirty="0"/>
              </a:p>
            </p:txBody>
          </p:sp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87232EE1-38B8-B9D9-30D8-185BB87BF4D6}"/>
                  </a:ext>
                </a:extLst>
              </p:cNvPr>
              <p:cNvSpPr/>
              <p:nvPr/>
            </p:nvSpPr>
            <p:spPr>
              <a:xfrm rot="2160000">
                <a:off x="1125856" y="1290464"/>
                <a:ext cx="108000" cy="648000"/>
              </a:xfrm>
              <a:prstGeom prst="roundRect">
                <a:avLst>
                  <a:gd name="adj" fmla="val 47528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4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06160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4507A18-FDA1-868B-2B4C-58C64BC4C5D2}"/>
              </a:ext>
            </a:extLst>
          </p:cNvPr>
          <p:cNvSpPr/>
          <p:nvPr/>
        </p:nvSpPr>
        <p:spPr>
          <a:xfrm>
            <a:off x="3203003" y="749395"/>
            <a:ext cx="216000" cy="165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40"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FDB9722F-460A-E034-22A6-161ABA2D89F5}"/>
              </a:ext>
            </a:extLst>
          </p:cNvPr>
          <p:cNvGrpSpPr/>
          <p:nvPr/>
        </p:nvGrpSpPr>
        <p:grpSpPr>
          <a:xfrm>
            <a:off x="702225" y="976273"/>
            <a:ext cx="2196000" cy="1769108"/>
            <a:chOff x="702223" y="976273"/>
            <a:chExt cx="2196000" cy="176910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FD37CF8-E3B9-7708-D0C1-146E18032A84}"/>
                </a:ext>
              </a:extLst>
            </p:cNvPr>
            <p:cNvSpPr/>
            <p:nvPr/>
          </p:nvSpPr>
          <p:spPr>
            <a:xfrm rot="-240000">
              <a:off x="2307110" y="1070809"/>
              <a:ext cx="216000" cy="1656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4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A144B7D-EEB9-8592-EA3A-CC9FB190CF66}"/>
                </a:ext>
              </a:extLst>
            </p:cNvPr>
            <p:cNvSpPr/>
            <p:nvPr/>
          </p:nvSpPr>
          <p:spPr>
            <a:xfrm rot="240000">
              <a:off x="1077340" y="1070809"/>
              <a:ext cx="216000" cy="1656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4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AD6E456-B53E-F1CC-FC57-FD68DD129C51}"/>
                </a:ext>
              </a:extLst>
            </p:cNvPr>
            <p:cNvSpPr/>
            <p:nvPr/>
          </p:nvSpPr>
          <p:spPr>
            <a:xfrm rot="5400000">
              <a:off x="1067203" y="2529380"/>
              <a:ext cx="144000" cy="288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40"/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9FFBA77B-FE97-F45F-DB93-DC7C56A773A3}"/>
                </a:ext>
              </a:extLst>
            </p:cNvPr>
            <p:cNvSpPr/>
            <p:nvPr/>
          </p:nvSpPr>
          <p:spPr>
            <a:xfrm>
              <a:off x="860758" y="1469395"/>
              <a:ext cx="1878931" cy="108000"/>
            </a:xfrm>
            <a:prstGeom prst="roundRect">
              <a:avLst>
                <a:gd name="adj" fmla="val 2407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40"/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E43B23C4-52A3-8E02-05E6-F795538089A0}"/>
                </a:ext>
              </a:extLst>
            </p:cNvPr>
            <p:cNvSpPr/>
            <p:nvPr/>
          </p:nvSpPr>
          <p:spPr>
            <a:xfrm>
              <a:off x="828223" y="1065292"/>
              <a:ext cx="1944000" cy="198087"/>
            </a:xfrm>
            <a:prstGeom prst="roundRect">
              <a:avLst>
                <a:gd name="adj" fmla="val 2407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40"/>
            </a:p>
          </p:txBody>
        </p:sp>
        <p:sp>
          <p:nvSpPr>
            <p:cNvPr id="11" name="Lune 10">
              <a:extLst>
                <a:ext uri="{FF2B5EF4-FFF2-40B4-BE49-F238E27FC236}">
                  <a16:creationId xmlns:a16="http://schemas.microsoft.com/office/drawing/2014/main" id="{E9BC277E-F6C6-5BA2-12D3-9B987F66E36F}"/>
                </a:ext>
              </a:extLst>
            </p:cNvPr>
            <p:cNvSpPr/>
            <p:nvPr/>
          </p:nvSpPr>
          <p:spPr>
            <a:xfrm rot="16200000">
              <a:off x="1670185" y="8311"/>
              <a:ext cx="260076" cy="2196000"/>
            </a:xfrm>
            <a:prstGeom prst="moon">
              <a:avLst>
                <a:gd name="adj" fmla="val 84453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4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1B9832D-BDE1-D7A6-F26E-AA8F3607835A}"/>
                </a:ext>
              </a:extLst>
            </p:cNvPr>
            <p:cNvSpPr/>
            <p:nvPr/>
          </p:nvSpPr>
          <p:spPr>
            <a:xfrm rot="10800000">
              <a:off x="1722416" y="1184914"/>
              <a:ext cx="144000" cy="35888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40"/>
            </a:p>
          </p:txBody>
        </p:sp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46E49246-A563-B40D-6EB6-FE0D0A17ECF2}"/>
                </a:ext>
              </a:extLst>
            </p:cNvPr>
            <p:cNvSpPr/>
            <p:nvPr/>
          </p:nvSpPr>
          <p:spPr>
            <a:xfrm>
              <a:off x="995203" y="2565473"/>
              <a:ext cx="288000" cy="108000"/>
            </a:xfrm>
            <a:prstGeom prst="roundRect">
              <a:avLst>
                <a:gd name="adj" fmla="val 38774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4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990005E-56F3-10E0-7516-A692EC10ED43}"/>
                </a:ext>
              </a:extLst>
            </p:cNvPr>
            <p:cNvSpPr/>
            <p:nvPr/>
          </p:nvSpPr>
          <p:spPr>
            <a:xfrm rot="5400000">
              <a:off x="2391178" y="2529380"/>
              <a:ext cx="144000" cy="288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40"/>
            </a:p>
          </p:txBody>
        </p:sp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E77265CD-7CB4-E242-B25B-DBEF50AC1B02}"/>
                </a:ext>
              </a:extLst>
            </p:cNvPr>
            <p:cNvSpPr/>
            <p:nvPr/>
          </p:nvSpPr>
          <p:spPr>
            <a:xfrm>
              <a:off x="2319178" y="2565473"/>
              <a:ext cx="288000" cy="108000"/>
            </a:xfrm>
            <a:prstGeom prst="roundRect">
              <a:avLst>
                <a:gd name="adj" fmla="val 38774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40"/>
            </a:p>
          </p:txBody>
        </p:sp>
      </p:grpSp>
    </p:spTree>
    <p:extLst>
      <p:ext uri="{BB962C8B-B14F-4D97-AF65-F5344CB8AC3E}">
        <p14:creationId xmlns:p14="http://schemas.microsoft.com/office/powerpoint/2010/main" val="420701082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</TotalTime>
  <Words>0</Words>
  <Application>Microsoft Macintosh PowerPoint</Application>
  <PresentationFormat>Personnalisé</PresentationFormat>
  <Paragraphs>0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Impact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39</cp:revision>
  <dcterms:created xsi:type="dcterms:W3CDTF">2025-12-05T13:58:37Z</dcterms:created>
  <dcterms:modified xsi:type="dcterms:W3CDTF">2025-12-05T14:46:35Z</dcterms:modified>
</cp:coreProperties>
</file>