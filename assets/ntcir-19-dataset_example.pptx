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56" r:id="rId1"/>
  </p:sldMasterIdLst>
  <p:notesMasterIdLst>
    <p:notesMasterId r:id="rId3"/>
  </p:notesMasterIdLst>
  <p:sldIdLst>
    <p:sldId id="259" r:id="rId2"/>
  </p:sldIdLst>
  <p:sldSz cx="7380288" cy="34210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8" userDrawn="1">
          <p15:clr>
            <a:srgbClr val="747775"/>
          </p15:clr>
        </p15:guide>
        <p15:guide id="2" pos="2325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F91F6-EFFE-46DA-B051-7DA54E47213C}" v="10" dt="2025-10-20T07:06:55.540"/>
    <p1510:client id="{6A89232F-FE1B-4EB8-B96A-80A5B14F914E}" v="70" dt="2025-10-20T07:58:10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0" autoAdjust="0"/>
    <p:restoredTop sz="94266" autoAdjust="0"/>
  </p:normalViewPr>
  <p:slideViewPr>
    <p:cSldViewPr snapToGrid="0">
      <p:cViewPr varScale="1">
        <p:scale>
          <a:sx n="269" d="100"/>
          <a:sy n="269" d="100"/>
        </p:scale>
        <p:origin x="540" y="438"/>
      </p:cViewPr>
      <p:guideLst>
        <p:guide orient="horz" pos="1078"/>
        <p:guide pos="23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Greiner-Petter" userId="5a9563eca8e6d264" providerId="LiveId" clId="{955958F1-0B5A-40C5-9272-C1AA9B7319A9}"/>
    <pc:docChg chg="undo custSel addSld delSld modSld modMainMaster modNotesMaster">
      <pc:chgData name="Andre Greiner-Petter" userId="5a9563eca8e6d264" providerId="LiveId" clId="{955958F1-0B5A-40C5-9272-C1AA9B7319A9}" dt="2025-10-20T08:01:06.456" v="490" actId="1076"/>
      <pc:docMkLst>
        <pc:docMk/>
      </pc:docMkLst>
      <pc:sldChg chg="addSp delSp modSp mod delAnim modAnim">
        <pc:chgData name="Andre Greiner-Petter" userId="5a9563eca8e6d264" providerId="LiveId" clId="{955958F1-0B5A-40C5-9272-C1AA9B7319A9}" dt="2025-10-20T08:01:06.456" v="490" actId="1076"/>
        <pc:sldMkLst>
          <pc:docMk/>
          <pc:sldMk cId="3646574981" sldId="259"/>
        </pc:sldMkLst>
        <pc:spChg chg="add mod">
          <ac:chgData name="Andre Greiner-Petter" userId="5a9563eca8e6d264" providerId="LiveId" clId="{955958F1-0B5A-40C5-9272-C1AA9B7319A9}" dt="2025-10-20T07:59:06.137" v="483" actId="1076"/>
          <ac:spMkLst>
            <pc:docMk/>
            <pc:sldMk cId="3646574981" sldId="259"/>
            <ac:spMk id="2" creationId="{97BFFE32-75E5-E060-2813-D45491991DD3}"/>
          </ac:spMkLst>
        </pc:spChg>
        <pc:spChg chg="add mod">
          <ac:chgData name="Andre Greiner-Petter" userId="5a9563eca8e6d264" providerId="LiveId" clId="{955958F1-0B5A-40C5-9272-C1AA9B7319A9}" dt="2025-10-20T07:59:24.526" v="487" actId="1076"/>
          <ac:spMkLst>
            <pc:docMk/>
            <pc:sldMk cId="3646574981" sldId="259"/>
            <ac:spMk id="3" creationId="{B2907F31-F5DD-BE13-06C0-00C2298B2315}"/>
          </ac:spMkLst>
        </pc:spChg>
        <pc:spChg chg="add mod">
          <ac:chgData name="Andre Greiner-Petter" userId="5a9563eca8e6d264" providerId="LiveId" clId="{955958F1-0B5A-40C5-9272-C1AA9B7319A9}" dt="2025-10-20T07:59:10.499" v="484" actId="1076"/>
          <ac:spMkLst>
            <pc:docMk/>
            <pc:sldMk cId="3646574981" sldId="259"/>
            <ac:spMk id="4" creationId="{A6DBD05A-AAA2-9C7A-7794-417CA5142218}"/>
          </ac:spMkLst>
        </pc:spChg>
        <pc:spChg chg="add mod">
          <ac:chgData name="Andre Greiner-Petter" userId="5a9563eca8e6d264" providerId="LiveId" clId="{955958F1-0B5A-40C5-9272-C1AA9B7319A9}" dt="2025-10-20T07:00:12.954" v="89" actId="1076"/>
          <ac:spMkLst>
            <pc:docMk/>
            <pc:sldMk cId="3646574981" sldId="259"/>
            <ac:spMk id="6" creationId="{9E47BD37-4D1F-7FA6-4294-F501F7DE1C5E}"/>
          </ac:spMkLst>
        </pc:spChg>
        <pc:spChg chg="add mod">
          <ac:chgData name="Andre Greiner-Petter" userId="5a9563eca8e6d264" providerId="LiveId" clId="{955958F1-0B5A-40C5-9272-C1AA9B7319A9}" dt="2025-10-20T07:59:10.499" v="484" actId="1076"/>
          <ac:spMkLst>
            <pc:docMk/>
            <pc:sldMk cId="3646574981" sldId="259"/>
            <ac:spMk id="6" creationId="{ACFEB2FD-1BBA-A674-9075-21EECE72A659}"/>
          </ac:spMkLst>
        </pc:spChg>
        <pc:spChg chg="add mod">
          <ac:chgData name="Andre Greiner-Petter" userId="5a9563eca8e6d264" providerId="LiveId" clId="{955958F1-0B5A-40C5-9272-C1AA9B7319A9}" dt="2025-10-20T07:48:46.145" v="335" actId="1076"/>
          <ac:spMkLst>
            <pc:docMk/>
            <pc:sldMk cId="3646574981" sldId="259"/>
            <ac:spMk id="12" creationId="{DC571AF0-2C47-7F57-732B-F4521066BA55}"/>
          </ac:spMkLst>
        </pc:spChg>
        <pc:spChg chg="add mod">
          <ac:chgData name="Andre Greiner-Petter" userId="5a9563eca8e6d264" providerId="LiveId" clId="{955958F1-0B5A-40C5-9272-C1AA9B7319A9}" dt="2025-10-20T07:48:46.145" v="335" actId="1076"/>
          <ac:spMkLst>
            <pc:docMk/>
            <pc:sldMk cId="3646574981" sldId="259"/>
            <ac:spMk id="17" creationId="{AFB58737-CFAF-8D4D-A66B-27CE2942B3FD}"/>
          </ac:spMkLst>
        </pc:spChg>
        <pc:spChg chg="add mod">
          <ac:chgData name="Andre Greiner-Petter" userId="5a9563eca8e6d264" providerId="LiveId" clId="{955958F1-0B5A-40C5-9272-C1AA9B7319A9}" dt="2025-10-20T08:01:06.456" v="490" actId="1076"/>
          <ac:spMkLst>
            <pc:docMk/>
            <pc:sldMk cId="3646574981" sldId="259"/>
            <ac:spMk id="18" creationId="{D3DF03CC-A8F4-1D97-651F-36B39EB237BC}"/>
          </ac:spMkLst>
        </pc:spChg>
        <pc:spChg chg="add mod">
          <ac:chgData name="Andre Greiner-Petter" userId="5a9563eca8e6d264" providerId="LiveId" clId="{955958F1-0B5A-40C5-9272-C1AA9B7319A9}" dt="2025-10-20T08:01:00.757" v="489" actId="1076"/>
          <ac:spMkLst>
            <pc:docMk/>
            <pc:sldMk cId="3646574981" sldId="259"/>
            <ac:spMk id="19" creationId="{F4AF0CCD-1AC6-65A6-E32E-44BBC995537E}"/>
          </ac:spMkLst>
        </pc:spChg>
        <pc:spChg chg="del mod">
          <ac:chgData name="Andre Greiner-Petter" userId="5a9563eca8e6d264" providerId="LiveId" clId="{955958F1-0B5A-40C5-9272-C1AA9B7319A9}" dt="2025-10-20T07:54:18.395" v="405" actId="478"/>
          <ac:spMkLst>
            <pc:docMk/>
            <pc:sldMk cId="3646574981" sldId="259"/>
            <ac:spMk id="26" creationId="{E54AE9E0-B0EF-CA21-22D8-7A5009283BF8}"/>
          </ac:spMkLst>
        </pc:spChg>
        <pc:spChg chg="mod">
          <ac:chgData name="Andre Greiner-Petter" userId="5a9563eca8e6d264" providerId="LiveId" clId="{955958F1-0B5A-40C5-9272-C1AA9B7319A9}" dt="2025-10-20T07:57:03.223" v="444" actId="164"/>
          <ac:spMkLst>
            <pc:docMk/>
            <pc:sldMk cId="3646574981" sldId="259"/>
            <ac:spMk id="27" creationId="{7FDE8CBB-D2F9-9937-A7D7-2FCF19780BDC}"/>
          </ac:spMkLst>
        </pc:spChg>
        <pc:spChg chg="mod">
          <ac:chgData name="Andre Greiner-Petter" userId="5a9563eca8e6d264" providerId="LiveId" clId="{955958F1-0B5A-40C5-9272-C1AA9B7319A9}" dt="2025-10-20T07:58:10.755" v="468" actId="164"/>
          <ac:spMkLst>
            <pc:docMk/>
            <pc:sldMk cId="3646574981" sldId="259"/>
            <ac:spMk id="32" creationId="{5157054B-4837-6800-ACBB-95C57296F02C}"/>
          </ac:spMkLst>
        </pc:spChg>
        <pc:spChg chg="mod">
          <ac:chgData name="Andre Greiner-Petter" userId="5a9563eca8e6d264" providerId="LiveId" clId="{955958F1-0B5A-40C5-9272-C1AA9B7319A9}" dt="2025-10-20T07:58:10.755" v="468" actId="164"/>
          <ac:spMkLst>
            <pc:docMk/>
            <pc:sldMk cId="3646574981" sldId="259"/>
            <ac:spMk id="33" creationId="{BB3AF500-8713-0E35-CE7B-1AD648D8B1D5}"/>
          </ac:spMkLst>
        </pc:spChg>
        <pc:spChg chg="mod">
          <ac:chgData name="Andre Greiner-Petter" userId="5a9563eca8e6d264" providerId="LiveId" clId="{955958F1-0B5A-40C5-9272-C1AA9B7319A9}" dt="2025-10-20T07:58:06.102" v="467" actId="164"/>
          <ac:spMkLst>
            <pc:docMk/>
            <pc:sldMk cId="3646574981" sldId="259"/>
            <ac:spMk id="35" creationId="{57FC39BE-485C-707C-CD0E-FAB84101ECA7}"/>
          </ac:spMkLst>
        </pc:spChg>
        <pc:spChg chg="mod">
          <ac:chgData name="Andre Greiner-Petter" userId="5a9563eca8e6d264" providerId="LiveId" clId="{955958F1-0B5A-40C5-9272-C1AA9B7319A9}" dt="2025-10-20T07:58:06.102" v="467" actId="164"/>
          <ac:spMkLst>
            <pc:docMk/>
            <pc:sldMk cId="3646574981" sldId="259"/>
            <ac:spMk id="36" creationId="{5A7F7D2F-DCC3-D0D9-5920-659D126A1186}"/>
          </ac:spMkLst>
        </pc:spChg>
        <pc:spChg chg="mod">
          <ac:chgData name="Andre Greiner-Petter" userId="5a9563eca8e6d264" providerId="LiveId" clId="{955958F1-0B5A-40C5-9272-C1AA9B7319A9}" dt="2025-10-20T06:59:18.328" v="74" actId="207"/>
          <ac:spMkLst>
            <pc:docMk/>
            <pc:sldMk cId="3646574981" sldId="259"/>
            <ac:spMk id="39" creationId="{A1C059D1-EC72-28D3-0A95-0C4EE612673C}"/>
          </ac:spMkLst>
        </pc:spChg>
        <pc:spChg chg="del">
          <ac:chgData name="Andre Greiner-Petter" userId="5a9563eca8e6d264" providerId="LiveId" clId="{955958F1-0B5A-40C5-9272-C1AA9B7319A9}" dt="2025-10-20T07:12:31.755" v="128" actId="478"/>
          <ac:spMkLst>
            <pc:docMk/>
            <pc:sldMk cId="3646574981" sldId="259"/>
            <ac:spMk id="86" creationId="{356A0C0A-F7F4-56BD-F822-826F7B124027}"/>
          </ac:spMkLst>
        </pc:spChg>
        <pc:spChg chg="del mod">
          <ac:chgData name="Andre Greiner-Petter" userId="5a9563eca8e6d264" providerId="LiveId" clId="{955958F1-0B5A-40C5-9272-C1AA9B7319A9}" dt="2025-10-20T07:12:31.755" v="128" actId="478"/>
          <ac:spMkLst>
            <pc:docMk/>
            <pc:sldMk cId="3646574981" sldId="259"/>
            <ac:spMk id="88" creationId="{11C73182-5974-D5B6-D7C8-A1007E69FD2C}"/>
          </ac:spMkLst>
        </pc:spChg>
        <pc:spChg chg="del mod">
          <ac:chgData name="Andre Greiner-Petter" userId="5a9563eca8e6d264" providerId="LiveId" clId="{955958F1-0B5A-40C5-9272-C1AA9B7319A9}" dt="2025-10-20T07:12:33.984" v="129" actId="478"/>
          <ac:spMkLst>
            <pc:docMk/>
            <pc:sldMk cId="3646574981" sldId="259"/>
            <ac:spMk id="115" creationId="{1B7FE89D-C715-7504-5E11-9BD7446B3044}"/>
          </ac:spMkLst>
        </pc:spChg>
        <pc:spChg chg="del mod">
          <ac:chgData name="Andre Greiner-Petter" userId="5a9563eca8e6d264" providerId="LiveId" clId="{955958F1-0B5A-40C5-9272-C1AA9B7319A9}" dt="2025-10-20T07:12:35.065" v="130" actId="478"/>
          <ac:spMkLst>
            <pc:docMk/>
            <pc:sldMk cId="3646574981" sldId="259"/>
            <ac:spMk id="116" creationId="{6A548CB5-91EC-357F-53ED-3F2045A20416}"/>
          </ac:spMkLst>
        </pc:spChg>
        <pc:spChg chg="del mod">
          <ac:chgData name="Andre Greiner-Petter" userId="5a9563eca8e6d264" providerId="LiveId" clId="{955958F1-0B5A-40C5-9272-C1AA9B7319A9}" dt="2025-10-20T07:12:35.782" v="131" actId="478"/>
          <ac:spMkLst>
            <pc:docMk/>
            <pc:sldMk cId="3646574981" sldId="259"/>
            <ac:spMk id="117" creationId="{EBAF469B-5195-87BA-3CC9-6F5A0237D8B2}"/>
          </ac:spMkLst>
        </pc:spChg>
        <pc:spChg chg="mod">
          <ac:chgData name="Andre Greiner-Petter" userId="5a9563eca8e6d264" providerId="LiveId" clId="{955958F1-0B5A-40C5-9272-C1AA9B7319A9}" dt="2025-10-20T07:48:46.145" v="335" actId="1076"/>
          <ac:spMkLst>
            <pc:docMk/>
            <pc:sldMk cId="3646574981" sldId="259"/>
            <ac:spMk id="141" creationId="{C414EA9A-B262-1972-5809-F485C2CB1309}"/>
          </ac:spMkLst>
        </pc:spChg>
        <pc:spChg chg="mod ord">
          <ac:chgData name="Andre Greiner-Petter" userId="5a9563eca8e6d264" providerId="LiveId" clId="{955958F1-0B5A-40C5-9272-C1AA9B7319A9}" dt="2025-10-20T06:56:50.274" v="45" actId="166"/>
          <ac:spMkLst>
            <pc:docMk/>
            <pc:sldMk cId="3646574981" sldId="259"/>
            <ac:spMk id="142" creationId="{61913E21-0D17-1E19-4A2B-1D427336C45F}"/>
          </ac:spMkLst>
        </pc:spChg>
        <pc:spChg chg="del mod">
          <ac:chgData name="Andre Greiner-Petter" userId="5a9563eca8e6d264" providerId="LiveId" clId="{955958F1-0B5A-40C5-9272-C1AA9B7319A9}" dt="2025-10-20T07:12:31.755" v="128" actId="478"/>
          <ac:spMkLst>
            <pc:docMk/>
            <pc:sldMk cId="3646574981" sldId="259"/>
            <ac:spMk id="143" creationId="{F9DC6B2F-F469-BEDD-C818-0EE89BE2C5BD}"/>
          </ac:spMkLst>
        </pc:spChg>
        <pc:spChg chg="del">
          <ac:chgData name="Andre Greiner-Petter" userId="5a9563eca8e6d264" providerId="LiveId" clId="{955958F1-0B5A-40C5-9272-C1AA9B7319A9}" dt="2025-10-20T07:12:31.755" v="128" actId="478"/>
          <ac:spMkLst>
            <pc:docMk/>
            <pc:sldMk cId="3646574981" sldId="259"/>
            <ac:spMk id="144" creationId="{BCC53495-EFAB-62DA-1895-EE00B1333AFF}"/>
          </ac:spMkLst>
        </pc:spChg>
        <pc:spChg chg="mod">
          <ac:chgData name="Andre Greiner-Petter" userId="5a9563eca8e6d264" providerId="LiveId" clId="{955958F1-0B5A-40C5-9272-C1AA9B7319A9}" dt="2025-10-20T07:51:23.503" v="370" actId="1076"/>
          <ac:spMkLst>
            <pc:docMk/>
            <pc:sldMk cId="3646574981" sldId="259"/>
            <ac:spMk id="145" creationId="{07A756AC-176C-F342-6033-A0A8F290E440}"/>
          </ac:spMkLst>
        </pc:spChg>
        <pc:spChg chg="mod">
          <ac:chgData name="Andre Greiner-Petter" userId="5a9563eca8e6d264" providerId="LiveId" clId="{955958F1-0B5A-40C5-9272-C1AA9B7319A9}" dt="2025-10-20T06:59:18.328" v="74" actId="207"/>
          <ac:spMkLst>
            <pc:docMk/>
            <pc:sldMk cId="3646574981" sldId="259"/>
            <ac:spMk id="208" creationId="{E1D15C59-8BDE-9909-A2D3-4FAA99876968}"/>
          </ac:spMkLst>
        </pc:spChg>
        <pc:spChg chg="del mod">
          <ac:chgData name="Andre Greiner-Petter" userId="5a9563eca8e6d264" providerId="LiveId" clId="{955958F1-0B5A-40C5-9272-C1AA9B7319A9}" dt="2025-10-20T07:12:31.755" v="128" actId="478"/>
          <ac:spMkLst>
            <pc:docMk/>
            <pc:sldMk cId="3646574981" sldId="259"/>
            <ac:spMk id="209" creationId="{2BB07C1A-36E9-E756-C8EE-DAE2338ED6EB}"/>
          </ac:spMkLst>
        </pc:spChg>
        <pc:spChg chg="del mod">
          <ac:chgData name="Andre Greiner-Petter" userId="5a9563eca8e6d264" providerId="LiveId" clId="{955958F1-0B5A-40C5-9272-C1AA9B7319A9}" dt="2025-10-20T07:12:31.755" v="128" actId="478"/>
          <ac:spMkLst>
            <pc:docMk/>
            <pc:sldMk cId="3646574981" sldId="259"/>
            <ac:spMk id="210" creationId="{35DFBA65-962B-DBA4-3E6F-2400198AAC4C}"/>
          </ac:spMkLst>
        </pc:spChg>
        <pc:spChg chg="del mod">
          <ac:chgData name="Andre Greiner-Petter" userId="5a9563eca8e6d264" providerId="LiveId" clId="{955958F1-0B5A-40C5-9272-C1AA9B7319A9}" dt="2025-10-20T07:13:08.437" v="155" actId="478"/>
          <ac:spMkLst>
            <pc:docMk/>
            <pc:sldMk cId="3646574981" sldId="259"/>
            <ac:spMk id="213" creationId="{3BC3FF62-5DE4-93DD-A7A8-81FA7DD451B0}"/>
          </ac:spMkLst>
        </pc:spChg>
        <pc:spChg chg="del">
          <ac:chgData name="Andre Greiner-Petter" userId="5a9563eca8e6d264" providerId="LiveId" clId="{955958F1-0B5A-40C5-9272-C1AA9B7319A9}" dt="2025-10-20T07:12:31.755" v="128" actId="478"/>
          <ac:spMkLst>
            <pc:docMk/>
            <pc:sldMk cId="3646574981" sldId="259"/>
            <ac:spMk id="214" creationId="{67363F90-6DDA-C65D-A1DA-096A6A345F65}"/>
          </ac:spMkLst>
        </pc:spChg>
        <pc:spChg chg="del mod">
          <ac:chgData name="Andre Greiner-Petter" userId="5a9563eca8e6d264" providerId="LiveId" clId="{955958F1-0B5A-40C5-9272-C1AA9B7319A9}" dt="2025-10-20T07:12:31.755" v="128" actId="478"/>
          <ac:spMkLst>
            <pc:docMk/>
            <pc:sldMk cId="3646574981" sldId="259"/>
            <ac:spMk id="237" creationId="{EC06FA54-F4E5-B37F-0458-C898E7931A39}"/>
          </ac:spMkLst>
        </pc:spChg>
        <pc:spChg chg="mod">
          <ac:chgData name="Andre Greiner-Petter" userId="5a9563eca8e6d264" providerId="LiveId" clId="{955958F1-0B5A-40C5-9272-C1AA9B7319A9}" dt="2025-10-20T06:53:56.348" v="5" actId="1076"/>
          <ac:spMkLst>
            <pc:docMk/>
            <pc:sldMk cId="3646574981" sldId="259"/>
            <ac:spMk id="243" creationId="{71414C22-3418-1791-9C3B-8C6FABCB8EC3}"/>
          </ac:spMkLst>
        </pc:spChg>
        <pc:spChg chg="del">
          <ac:chgData name="Andre Greiner-Petter" userId="5a9563eca8e6d264" providerId="LiveId" clId="{955958F1-0B5A-40C5-9272-C1AA9B7319A9}" dt="2025-10-20T07:12:31.755" v="128" actId="478"/>
          <ac:spMkLst>
            <pc:docMk/>
            <pc:sldMk cId="3646574981" sldId="259"/>
            <ac:spMk id="254" creationId="{2309F496-357B-1EA3-A675-DF5DE2BF66A0}"/>
          </ac:spMkLst>
        </pc:spChg>
        <pc:spChg chg="mod">
          <ac:chgData name="Andre Greiner-Petter" userId="5a9563eca8e6d264" providerId="LiveId" clId="{955958F1-0B5A-40C5-9272-C1AA9B7319A9}" dt="2025-10-20T06:53:56.348" v="5" actId="1076"/>
          <ac:spMkLst>
            <pc:docMk/>
            <pc:sldMk cId="3646574981" sldId="259"/>
            <ac:spMk id="258" creationId="{C4C4CDBC-285E-AAD5-FAC9-3C4B3D7ABE0D}"/>
          </ac:spMkLst>
        </pc:spChg>
        <pc:spChg chg="del">
          <ac:chgData name="Andre Greiner-Petter" userId="5a9563eca8e6d264" providerId="LiveId" clId="{955958F1-0B5A-40C5-9272-C1AA9B7319A9}" dt="2025-10-20T07:12:31.755" v="128" actId="478"/>
          <ac:spMkLst>
            <pc:docMk/>
            <pc:sldMk cId="3646574981" sldId="259"/>
            <ac:spMk id="259" creationId="{37AD0655-98A2-F9CB-3853-A539C4BABED5}"/>
          </ac:spMkLst>
        </pc:spChg>
        <pc:spChg chg="del">
          <ac:chgData name="Andre Greiner-Petter" userId="5a9563eca8e6d264" providerId="LiveId" clId="{955958F1-0B5A-40C5-9272-C1AA9B7319A9}" dt="2025-10-20T06:50:39.449" v="1" actId="478"/>
          <ac:spMkLst>
            <pc:docMk/>
            <pc:sldMk cId="3646574981" sldId="259"/>
            <ac:spMk id="272" creationId="{9073E80B-8094-1631-1373-1CDFDC68F117}"/>
          </ac:spMkLst>
        </pc:spChg>
        <pc:spChg chg="del">
          <ac:chgData name="Andre Greiner-Petter" userId="5a9563eca8e6d264" providerId="LiveId" clId="{955958F1-0B5A-40C5-9272-C1AA9B7319A9}" dt="2025-10-20T06:50:39.449" v="1" actId="478"/>
          <ac:spMkLst>
            <pc:docMk/>
            <pc:sldMk cId="3646574981" sldId="259"/>
            <ac:spMk id="274" creationId="{94EC703D-4136-4D23-7784-BD6F2A51AE3A}"/>
          </ac:spMkLst>
        </pc:spChg>
        <pc:spChg chg="del">
          <ac:chgData name="Andre Greiner-Petter" userId="5a9563eca8e6d264" providerId="LiveId" clId="{955958F1-0B5A-40C5-9272-C1AA9B7319A9}" dt="2025-10-20T06:50:39.449" v="1" actId="478"/>
          <ac:spMkLst>
            <pc:docMk/>
            <pc:sldMk cId="3646574981" sldId="259"/>
            <ac:spMk id="284" creationId="{FDBE8C64-9888-3487-92E5-D093AA25FFD9}"/>
          </ac:spMkLst>
        </pc:spChg>
        <pc:spChg chg="del">
          <ac:chgData name="Andre Greiner-Petter" userId="5a9563eca8e6d264" providerId="LiveId" clId="{955958F1-0B5A-40C5-9272-C1AA9B7319A9}" dt="2025-10-20T06:50:39.449" v="1" actId="478"/>
          <ac:spMkLst>
            <pc:docMk/>
            <pc:sldMk cId="3646574981" sldId="259"/>
            <ac:spMk id="285" creationId="{45AF80AF-5B09-0DAB-BDC0-AF53418A474F}"/>
          </ac:spMkLst>
        </pc:spChg>
        <pc:spChg chg="del">
          <ac:chgData name="Andre Greiner-Petter" userId="5a9563eca8e6d264" providerId="LiveId" clId="{955958F1-0B5A-40C5-9272-C1AA9B7319A9}" dt="2025-10-20T06:50:39.449" v="1" actId="478"/>
          <ac:spMkLst>
            <pc:docMk/>
            <pc:sldMk cId="3646574981" sldId="259"/>
            <ac:spMk id="286" creationId="{B827BD72-F52E-390E-5285-D2CBE717CAEB}"/>
          </ac:spMkLst>
        </pc:spChg>
        <pc:spChg chg="del">
          <ac:chgData name="Andre Greiner-Petter" userId="5a9563eca8e6d264" providerId="LiveId" clId="{955958F1-0B5A-40C5-9272-C1AA9B7319A9}" dt="2025-10-20T06:50:39.449" v="1" actId="478"/>
          <ac:spMkLst>
            <pc:docMk/>
            <pc:sldMk cId="3646574981" sldId="259"/>
            <ac:spMk id="289" creationId="{8B35E617-88E5-C974-0935-E47F5DD2F792}"/>
          </ac:spMkLst>
        </pc:spChg>
        <pc:spChg chg="del">
          <ac:chgData name="Andre Greiner-Petter" userId="5a9563eca8e6d264" providerId="LiveId" clId="{955958F1-0B5A-40C5-9272-C1AA9B7319A9}" dt="2025-10-20T06:50:39.449" v="1" actId="478"/>
          <ac:spMkLst>
            <pc:docMk/>
            <pc:sldMk cId="3646574981" sldId="259"/>
            <ac:spMk id="290" creationId="{F7F893E5-90C0-A062-49D7-D29EC67DDCD3}"/>
          </ac:spMkLst>
        </pc:spChg>
        <pc:grpChg chg="del mod">
          <ac:chgData name="Andre Greiner-Petter" userId="5a9563eca8e6d264" providerId="LiveId" clId="{955958F1-0B5A-40C5-9272-C1AA9B7319A9}" dt="2025-10-20T07:54:14.953" v="404" actId="27803"/>
          <ac:grpSpMkLst>
            <pc:docMk/>
            <pc:sldMk cId="3646574981" sldId="259"/>
            <ac:grpSpMk id="25" creationId="{8AFCC3CD-85C1-3BF5-D3DC-565860F2AD5E}"/>
          </ac:grpSpMkLst>
        </pc:grpChg>
        <pc:grpChg chg="add mod">
          <ac:chgData name="Andre Greiner-Petter" userId="5a9563eca8e6d264" providerId="LiveId" clId="{955958F1-0B5A-40C5-9272-C1AA9B7319A9}" dt="2025-10-20T07:55:32.869" v="427" actId="164"/>
          <ac:grpSpMkLst>
            <pc:docMk/>
            <pc:sldMk cId="3646574981" sldId="259"/>
            <ac:grpSpMk id="30" creationId="{3F167A57-8F78-E9A0-F4FB-C0E91E39CBC7}"/>
          </ac:grpSpMkLst>
        </pc:grpChg>
        <pc:grpChg chg="del mod">
          <ac:chgData name="Andre Greiner-Petter" userId="5a9563eca8e6d264" providerId="LiveId" clId="{955958F1-0B5A-40C5-9272-C1AA9B7319A9}" dt="2025-10-20T07:55:36.122" v="428" actId="27803"/>
          <ac:grpSpMkLst>
            <pc:docMk/>
            <pc:sldMk cId="3646574981" sldId="259"/>
            <ac:grpSpMk id="31" creationId="{0A89BE38-E856-6297-1854-E2A6E2BDA7E1}"/>
          </ac:grpSpMkLst>
        </pc:grpChg>
        <pc:grpChg chg="del mod">
          <ac:chgData name="Andre Greiner-Petter" userId="5a9563eca8e6d264" providerId="LiveId" clId="{955958F1-0B5A-40C5-9272-C1AA9B7319A9}" dt="2025-10-20T07:55:36.122" v="428" actId="27803"/>
          <ac:grpSpMkLst>
            <pc:docMk/>
            <pc:sldMk cId="3646574981" sldId="259"/>
            <ac:grpSpMk id="34" creationId="{3FED177A-0F9E-F203-1C6F-70728293FC97}"/>
          </ac:grpSpMkLst>
        </pc:grpChg>
        <pc:grpChg chg="add del mod">
          <ac:chgData name="Andre Greiner-Petter" userId="5a9563eca8e6d264" providerId="LiveId" clId="{955958F1-0B5A-40C5-9272-C1AA9B7319A9}" dt="2025-10-20T07:59:29.158" v="488" actId="478"/>
          <ac:grpSpMkLst>
            <pc:docMk/>
            <pc:sldMk cId="3646574981" sldId="259"/>
            <ac:grpSpMk id="37" creationId="{5DD0CC35-5BB5-4D8F-2452-EEB7230044B4}"/>
          </ac:grpSpMkLst>
        </pc:grpChg>
        <pc:grpChg chg="add mod">
          <ac:chgData name="Andre Greiner-Petter" userId="5a9563eca8e6d264" providerId="LiveId" clId="{955958F1-0B5A-40C5-9272-C1AA9B7319A9}" dt="2025-10-20T08:01:06.456" v="490" actId="1076"/>
          <ac:grpSpMkLst>
            <pc:docMk/>
            <pc:sldMk cId="3646574981" sldId="259"/>
            <ac:grpSpMk id="38" creationId="{96D7C3FF-5F9A-13BA-9A28-FF5267CA1A05}"/>
          </ac:grpSpMkLst>
        </pc:grpChg>
        <pc:grpChg chg="add mod">
          <ac:chgData name="Andre Greiner-Petter" userId="5a9563eca8e6d264" providerId="LiveId" clId="{955958F1-0B5A-40C5-9272-C1AA9B7319A9}" dt="2025-10-20T08:01:00.757" v="489" actId="1076"/>
          <ac:grpSpMkLst>
            <pc:docMk/>
            <pc:sldMk cId="3646574981" sldId="259"/>
            <ac:grpSpMk id="39" creationId="{6566F4B7-A2F7-F72F-71D0-41A85B6CF65A}"/>
          </ac:grpSpMkLst>
        </pc:grpChg>
        <pc:picChg chg="add mod">
          <ac:chgData name="Andre Greiner-Petter" userId="5a9563eca8e6d264" providerId="LiveId" clId="{955958F1-0B5A-40C5-9272-C1AA9B7319A9}" dt="2025-10-20T07:59:17.981" v="486" actId="1076"/>
          <ac:picMkLst>
            <pc:docMk/>
            <pc:sldMk cId="3646574981" sldId="259"/>
            <ac:picMk id="5" creationId="{9B7FA996-5BFA-8167-42F0-BAEBC4282EFF}"/>
          </ac:picMkLst>
        </pc:picChg>
        <pc:picChg chg="add mod">
          <ac:chgData name="Andre Greiner-Petter" userId="5a9563eca8e6d264" providerId="LiveId" clId="{955958F1-0B5A-40C5-9272-C1AA9B7319A9}" dt="2025-10-20T07:59:17.981" v="486" actId="1076"/>
          <ac:picMkLst>
            <pc:docMk/>
            <pc:sldMk cId="3646574981" sldId="259"/>
            <ac:picMk id="11" creationId="{720A5681-07BC-D9F2-9463-F291751B3A6E}"/>
          </ac:picMkLst>
        </pc:picChg>
        <pc:picChg chg="add del mod">
          <ac:chgData name="Andre Greiner-Petter" userId="5a9563eca8e6d264" providerId="LiveId" clId="{955958F1-0B5A-40C5-9272-C1AA9B7319A9}" dt="2025-10-20T07:55:36.122" v="428" actId="27803"/>
          <ac:picMkLst>
            <pc:docMk/>
            <pc:sldMk cId="3646574981" sldId="259"/>
            <ac:picMk id="13" creationId="{08388A91-A215-81BB-8ACD-4D0DBC744281}"/>
          </ac:picMkLst>
        </pc:picChg>
        <pc:picChg chg="add del mod">
          <ac:chgData name="Andre Greiner-Petter" userId="5a9563eca8e6d264" providerId="LiveId" clId="{955958F1-0B5A-40C5-9272-C1AA9B7319A9}" dt="2025-10-20T07:56:21.200" v="438" actId="478"/>
          <ac:picMkLst>
            <pc:docMk/>
            <pc:sldMk cId="3646574981" sldId="259"/>
            <ac:picMk id="15" creationId="{9ECAC567-63D3-176D-E9B0-F4DAC720FB80}"/>
          </ac:picMkLst>
        </pc:picChg>
        <pc:picChg chg="add del mod">
          <ac:chgData name="Andre Greiner-Petter" userId="5a9563eca8e6d264" providerId="LiveId" clId="{955958F1-0B5A-40C5-9272-C1AA9B7319A9}" dt="2025-10-20T07:55:36.122" v="428" actId="27803"/>
          <ac:picMkLst>
            <pc:docMk/>
            <pc:sldMk cId="3646574981" sldId="259"/>
            <ac:picMk id="20" creationId="{B8475653-ECCC-9910-312D-A8403A76952D}"/>
          </ac:picMkLst>
        </pc:picChg>
        <pc:picChg chg="mod">
          <ac:chgData name="Andre Greiner-Petter" userId="5a9563eca8e6d264" providerId="LiveId" clId="{955958F1-0B5A-40C5-9272-C1AA9B7319A9}" dt="2025-10-20T07:02:34.222" v="109" actId="692"/>
          <ac:picMkLst>
            <pc:docMk/>
            <pc:sldMk cId="3646574981" sldId="259"/>
            <ac:picMk id="21" creationId="{CF0D962E-0D63-2CC1-29AA-0C94EF565084}"/>
          </ac:picMkLst>
        </pc:picChg>
        <pc:picChg chg="add del mod">
          <ac:chgData name="Andre Greiner-Petter" userId="5a9563eca8e6d264" providerId="LiveId" clId="{955958F1-0B5A-40C5-9272-C1AA9B7319A9}" dt="2025-10-20T07:54:06.327" v="402" actId="478"/>
          <ac:picMkLst>
            <pc:docMk/>
            <pc:sldMk cId="3646574981" sldId="259"/>
            <ac:picMk id="23" creationId="{5E385654-F64D-C74E-EDBA-7168C13161B0}"/>
          </ac:picMkLst>
        </pc:picChg>
        <pc:picChg chg="add del mod">
          <ac:chgData name="Andre Greiner-Petter" userId="5a9563eca8e6d264" providerId="LiveId" clId="{955958F1-0B5A-40C5-9272-C1AA9B7319A9}" dt="2025-10-20T07:54:14.953" v="404" actId="27803"/>
          <ac:picMkLst>
            <pc:docMk/>
            <pc:sldMk cId="3646574981" sldId="259"/>
            <ac:picMk id="24" creationId="{636559BD-CFB0-C62A-F3F6-9EAD9A06DBD3}"/>
          </ac:picMkLst>
        </pc:picChg>
        <pc:picChg chg="add mod">
          <ac:chgData name="Andre Greiner-Petter" userId="5a9563eca8e6d264" providerId="LiveId" clId="{955958F1-0B5A-40C5-9272-C1AA9B7319A9}" dt="2025-10-20T07:57:03.223" v="444" actId="164"/>
          <ac:picMkLst>
            <pc:docMk/>
            <pc:sldMk cId="3646574981" sldId="259"/>
            <ac:picMk id="29" creationId="{787B6343-C852-DB11-FFBC-78ABCF12144D}"/>
          </ac:picMkLst>
        </pc:picChg>
        <pc:picChg chg="mod">
          <ac:chgData name="Andre Greiner-Petter" userId="5a9563eca8e6d264" providerId="LiveId" clId="{955958F1-0B5A-40C5-9272-C1AA9B7319A9}" dt="2025-10-20T07:02:34.222" v="109" actId="692"/>
          <ac:picMkLst>
            <pc:docMk/>
            <pc:sldMk cId="3646574981" sldId="259"/>
            <ac:picMk id="33" creationId="{A91A9B20-F7DD-0810-F551-F9A5BFA1A581}"/>
          </ac:picMkLst>
        </pc:picChg>
        <pc:picChg chg="mod">
          <ac:chgData name="Andre Greiner-Petter" userId="5a9563eca8e6d264" providerId="LiveId" clId="{955958F1-0B5A-40C5-9272-C1AA9B7319A9}" dt="2025-10-20T07:02:34.222" v="109" actId="692"/>
          <ac:picMkLst>
            <pc:docMk/>
            <pc:sldMk cId="3646574981" sldId="259"/>
            <ac:picMk id="36" creationId="{9D860BD8-5B81-BDA3-797A-6F0D3D0C4CD0}"/>
          </ac:picMkLst>
        </pc:picChg>
        <pc:picChg chg="mod">
          <ac:chgData name="Andre Greiner-Petter" userId="5a9563eca8e6d264" providerId="LiveId" clId="{955958F1-0B5A-40C5-9272-C1AA9B7319A9}" dt="2025-10-20T07:02:34.222" v="109" actId="692"/>
          <ac:picMkLst>
            <pc:docMk/>
            <pc:sldMk cId="3646574981" sldId="259"/>
            <ac:picMk id="51" creationId="{FE793F95-68F7-30CE-405B-1098F1A719EF}"/>
          </ac:picMkLst>
        </pc:picChg>
        <pc:picChg chg="mod">
          <ac:chgData name="Andre Greiner-Petter" userId="5a9563eca8e6d264" providerId="LiveId" clId="{955958F1-0B5A-40C5-9272-C1AA9B7319A9}" dt="2025-10-20T07:02:34.222" v="109" actId="692"/>
          <ac:picMkLst>
            <pc:docMk/>
            <pc:sldMk cId="3646574981" sldId="259"/>
            <ac:picMk id="63" creationId="{4BC78AD4-8AE2-9172-F7DC-17E2BD876469}"/>
          </ac:picMkLst>
        </pc:picChg>
        <pc:picChg chg="mod">
          <ac:chgData name="Andre Greiner-Petter" userId="5a9563eca8e6d264" providerId="LiveId" clId="{955958F1-0B5A-40C5-9272-C1AA9B7319A9}" dt="2025-10-20T07:02:34.222" v="109" actId="692"/>
          <ac:picMkLst>
            <pc:docMk/>
            <pc:sldMk cId="3646574981" sldId="259"/>
            <ac:picMk id="66" creationId="{AE0A766A-5A08-5153-68DE-055808D857EF}"/>
          </ac:picMkLst>
        </pc:picChg>
        <pc:picChg chg="mod">
          <ac:chgData name="Andre Greiner-Petter" userId="5a9563eca8e6d264" providerId="LiveId" clId="{955958F1-0B5A-40C5-9272-C1AA9B7319A9}" dt="2025-10-20T07:02:34.222" v="109" actId="692"/>
          <ac:picMkLst>
            <pc:docMk/>
            <pc:sldMk cId="3646574981" sldId="259"/>
            <ac:picMk id="176" creationId="{D6598607-CB01-2B3A-97F5-1F76DCA6BAB7}"/>
          </ac:picMkLst>
        </pc:picChg>
        <pc:picChg chg="mod">
          <ac:chgData name="Andre Greiner-Petter" userId="5a9563eca8e6d264" providerId="LiveId" clId="{955958F1-0B5A-40C5-9272-C1AA9B7319A9}" dt="2025-10-20T07:02:34.222" v="109" actId="692"/>
          <ac:picMkLst>
            <pc:docMk/>
            <pc:sldMk cId="3646574981" sldId="259"/>
            <ac:picMk id="200" creationId="{14483461-D855-8E08-941F-CA5DDFB6185E}"/>
          </ac:picMkLst>
        </pc:picChg>
        <pc:picChg chg="mod">
          <ac:chgData name="Andre Greiner-Petter" userId="5a9563eca8e6d264" providerId="LiveId" clId="{955958F1-0B5A-40C5-9272-C1AA9B7319A9}" dt="2025-10-20T06:59:09.698" v="73" actId="1076"/>
          <ac:picMkLst>
            <pc:docMk/>
            <pc:sldMk cId="3646574981" sldId="259"/>
            <ac:picMk id="211" creationId="{84985F77-581B-0C1D-CDA1-43610F42DF17}"/>
          </ac:picMkLst>
        </pc:picChg>
        <pc:picChg chg="mod">
          <ac:chgData name="Andre Greiner-Petter" userId="5a9563eca8e6d264" providerId="LiveId" clId="{955958F1-0B5A-40C5-9272-C1AA9B7319A9}" dt="2025-10-20T06:59:09.698" v="73" actId="1076"/>
          <ac:picMkLst>
            <pc:docMk/>
            <pc:sldMk cId="3646574981" sldId="259"/>
            <ac:picMk id="212" creationId="{CD80F5F9-63FE-48CE-2633-0C74B4453693}"/>
          </ac:picMkLst>
        </pc:picChg>
        <pc:picChg chg="mod">
          <ac:chgData name="Andre Greiner-Petter" userId="5a9563eca8e6d264" providerId="LiveId" clId="{955958F1-0B5A-40C5-9272-C1AA9B7319A9}" dt="2025-10-20T06:59:02.797" v="72" actId="1076"/>
          <ac:picMkLst>
            <pc:docMk/>
            <pc:sldMk cId="3646574981" sldId="259"/>
            <ac:picMk id="215" creationId="{1582E799-304F-D2E1-B346-0B34FC1FF69D}"/>
          </ac:picMkLst>
        </pc:picChg>
        <pc:picChg chg="mod">
          <ac:chgData name="Andre Greiner-Petter" userId="5a9563eca8e6d264" providerId="LiveId" clId="{955958F1-0B5A-40C5-9272-C1AA9B7319A9}" dt="2025-10-20T06:59:02.797" v="72" actId="1076"/>
          <ac:picMkLst>
            <pc:docMk/>
            <pc:sldMk cId="3646574981" sldId="259"/>
            <ac:picMk id="216" creationId="{D1514553-BE1A-D6F5-0198-F429E4D560F8}"/>
          </ac:picMkLst>
        </pc:picChg>
        <pc:picChg chg="del">
          <ac:chgData name="Andre Greiner-Petter" userId="5a9563eca8e6d264" providerId="LiveId" clId="{955958F1-0B5A-40C5-9272-C1AA9B7319A9}" dt="2025-10-20T06:50:39.449" v="1" actId="478"/>
          <ac:picMkLst>
            <pc:docMk/>
            <pc:sldMk cId="3646574981" sldId="259"/>
            <ac:picMk id="267" creationId="{DE5A8402-FB64-ED54-1B92-308F15E119DE}"/>
          </ac:picMkLst>
        </pc:picChg>
        <pc:picChg chg="del">
          <ac:chgData name="Andre Greiner-Petter" userId="5a9563eca8e6d264" providerId="LiveId" clId="{955958F1-0B5A-40C5-9272-C1AA9B7319A9}" dt="2025-10-20T06:50:39.449" v="1" actId="478"/>
          <ac:picMkLst>
            <pc:docMk/>
            <pc:sldMk cId="3646574981" sldId="259"/>
            <ac:picMk id="268" creationId="{359C5DC3-DF73-339E-9040-5EC95539A1B1}"/>
          </ac:picMkLst>
        </pc:picChg>
        <pc:cxnChg chg="add del mod">
          <ac:chgData name="Andre Greiner-Petter" userId="5a9563eca8e6d264" providerId="LiveId" clId="{955958F1-0B5A-40C5-9272-C1AA9B7319A9}" dt="2025-10-20T06:56:53.802" v="53" actId="11529"/>
          <ac:cxnSpMkLst>
            <pc:docMk/>
            <pc:sldMk cId="3646574981" sldId="259"/>
            <ac:cxnSpMk id="3" creationId="{32FA5B17-2A97-DA94-25DF-533C4F638F0E}"/>
          </ac:cxnSpMkLst>
        </pc:cxnChg>
        <pc:cxnChg chg="add mod">
          <ac:chgData name="Andre Greiner-Petter" userId="5a9563eca8e6d264" providerId="LiveId" clId="{955958F1-0B5A-40C5-9272-C1AA9B7319A9}" dt="2025-10-20T06:56:49.809" v="44" actId="571"/>
          <ac:cxnSpMkLst>
            <pc:docMk/>
            <pc:sldMk cId="3646574981" sldId="259"/>
            <ac:cxnSpMk id="5" creationId="{4CA1B48D-5F9C-CA8D-E661-D4F4D331AC69}"/>
          </ac:cxnSpMkLst>
        </pc:cxnChg>
        <pc:cxnChg chg="add mod">
          <ac:chgData name="Andre Greiner-Petter" userId="5a9563eca8e6d264" providerId="LiveId" clId="{955958F1-0B5A-40C5-9272-C1AA9B7319A9}" dt="2025-10-20T07:59:06.137" v="483" actId="1076"/>
          <ac:cxnSpMkLst>
            <pc:docMk/>
            <pc:sldMk cId="3646574981" sldId="259"/>
            <ac:cxnSpMk id="7" creationId="{0C9B1B28-2ED8-BC97-5022-751459D3451C}"/>
          </ac:cxnSpMkLst>
        </pc:cxnChg>
        <pc:cxnChg chg="add mod">
          <ac:chgData name="Andre Greiner-Petter" userId="5a9563eca8e6d264" providerId="LiveId" clId="{955958F1-0B5A-40C5-9272-C1AA9B7319A9}" dt="2025-10-20T07:00:15.650" v="90" actId="1076"/>
          <ac:cxnSpMkLst>
            <pc:docMk/>
            <pc:sldMk cId="3646574981" sldId="259"/>
            <ac:cxnSpMk id="8" creationId="{6D615938-F535-81AF-2F0D-7DCAA0AE2A9A}"/>
          </ac:cxnSpMkLst>
        </pc:cxnChg>
        <pc:cxnChg chg="add mod">
          <ac:chgData name="Andre Greiner-Petter" userId="5a9563eca8e6d264" providerId="LiveId" clId="{955958F1-0B5A-40C5-9272-C1AA9B7319A9}" dt="2025-10-20T07:59:06.137" v="483" actId="1076"/>
          <ac:cxnSpMkLst>
            <pc:docMk/>
            <pc:sldMk cId="3646574981" sldId="259"/>
            <ac:cxnSpMk id="8" creationId="{C54B303F-96C6-6CE1-3B95-C2276087A31F}"/>
          </ac:cxnSpMkLst>
        </pc:cxnChg>
        <pc:cxnChg chg="add mod">
          <ac:chgData name="Andre Greiner-Petter" userId="5a9563eca8e6d264" providerId="LiveId" clId="{955958F1-0B5A-40C5-9272-C1AA9B7319A9}" dt="2025-10-20T07:00:22.316" v="92" actId="1076"/>
          <ac:cxnSpMkLst>
            <pc:docMk/>
            <pc:sldMk cId="3646574981" sldId="259"/>
            <ac:cxnSpMk id="9" creationId="{7C8D9AF7-CCAC-1101-B08D-5549CB8CA86A}"/>
          </ac:cxnSpMkLst>
        </pc:cxnChg>
        <pc:cxnChg chg="add mod">
          <ac:chgData name="Andre Greiner-Petter" userId="5a9563eca8e6d264" providerId="LiveId" clId="{955958F1-0B5A-40C5-9272-C1AA9B7319A9}" dt="2025-10-20T07:00:19.384" v="91" actId="1076"/>
          <ac:cxnSpMkLst>
            <pc:docMk/>
            <pc:sldMk cId="3646574981" sldId="259"/>
            <ac:cxnSpMk id="10" creationId="{DB40EE23-2DA1-1F08-7C0F-762F2FDCD4B8}"/>
          </ac:cxnSpMkLst>
        </pc:cxnChg>
        <pc:cxnChg chg="add mod">
          <ac:chgData name="Andre Greiner-Petter" userId="5a9563eca8e6d264" providerId="LiveId" clId="{955958F1-0B5A-40C5-9272-C1AA9B7319A9}" dt="2025-10-20T07:50:17.047" v="357" actId="1076"/>
          <ac:cxnSpMkLst>
            <pc:docMk/>
            <pc:sldMk cId="3646574981" sldId="259"/>
            <ac:cxnSpMk id="22" creationId="{A70AC995-8D35-E9B9-EB01-28C5BBF10CFD}"/>
          </ac:cxnSpMkLst>
        </pc:cxnChg>
        <pc:cxnChg chg="add del mod">
          <ac:chgData name="Andre Greiner-Petter" userId="5a9563eca8e6d264" providerId="LiveId" clId="{955958F1-0B5A-40C5-9272-C1AA9B7319A9}" dt="2025-10-20T07:29:30.815" v="306" actId="478"/>
          <ac:cxnSpMkLst>
            <pc:docMk/>
            <pc:sldMk cId="3646574981" sldId="259"/>
            <ac:cxnSpMk id="34" creationId="{2B4117FE-3772-3614-1E8F-AFD597549F5B}"/>
          </ac:cxnSpMkLst>
        </pc:cxnChg>
        <pc:cxnChg chg="add mod">
          <ac:chgData name="Andre Greiner-Petter" userId="5a9563eca8e6d264" providerId="LiveId" clId="{955958F1-0B5A-40C5-9272-C1AA9B7319A9}" dt="2025-10-20T07:59:14.455" v="485" actId="1076"/>
          <ac:cxnSpMkLst>
            <pc:docMk/>
            <pc:sldMk cId="3646574981" sldId="259"/>
            <ac:cxnSpMk id="64" creationId="{F1CEF1A3-F785-96DE-1F48-2D645C244D26}"/>
          </ac:cxnSpMkLst>
        </pc:cxnChg>
        <pc:cxnChg chg="add mod">
          <ac:chgData name="Andre Greiner-Petter" userId="5a9563eca8e6d264" providerId="LiveId" clId="{955958F1-0B5A-40C5-9272-C1AA9B7319A9}" dt="2025-10-20T07:51:06.885" v="369" actId="14100"/>
          <ac:cxnSpMkLst>
            <pc:docMk/>
            <pc:sldMk cId="3646574981" sldId="259"/>
            <ac:cxnSpMk id="67" creationId="{9E5C515C-6670-65C3-453E-41B2F3D4C106}"/>
          </ac:cxnSpMkLst>
        </pc:cxnChg>
        <pc:cxnChg chg="add mod">
          <ac:chgData name="Andre Greiner-Petter" userId="5a9563eca8e6d264" providerId="LiveId" clId="{955958F1-0B5A-40C5-9272-C1AA9B7319A9}" dt="2025-10-20T07:50:17.047" v="357" actId="1076"/>
          <ac:cxnSpMkLst>
            <pc:docMk/>
            <pc:sldMk cId="3646574981" sldId="259"/>
            <ac:cxnSpMk id="84" creationId="{21347E50-8528-1B14-F6B3-2CBC915E4022}"/>
          </ac:cxnSpMkLst>
        </pc:cxnChg>
        <pc:cxnChg chg="add mod">
          <ac:chgData name="Andre Greiner-Petter" userId="5a9563eca8e6d264" providerId="LiveId" clId="{955958F1-0B5A-40C5-9272-C1AA9B7319A9}" dt="2025-10-20T07:59:14.455" v="485" actId="1076"/>
          <ac:cxnSpMkLst>
            <pc:docMk/>
            <pc:sldMk cId="3646574981" sldId="259"/>
            <ac:cxnSpMk id="85" creationId="{91520C6D-59BB-4A1C-A9E6-7579E7B24CED}"/>
          </ac:cxnSpMkLst>
        </pc:cxnChg>
        <pc:cxnChg chg="del">
          <ac:chgData name="Andre Greiner-Petter" userId="5a9563eca8e6d264" providerId="LiveId" clId="{955958F1-0B5A-40C5-9272-C1AA9B7319A9}" dt="2025-10-20T06:50:39.449" v="1" actId="478"/>
          <ac:cxnSpMkLst>
            <pc:docMk/>
            <pc:sldMk cId="3646574981" sldId="259"/>
            <ac:cxnSpMk id="275" creationId="{85CD64AE-E9AF-34A9-CF73-2034E7ED1449}"/>
          </ac:cxnSpMkLst>
        </pc:cxnChg>
      </pc:sldChg>
      <pc:sldChg chg="addSp delSp modSp add del mod delAnim">
        <pc:chgData name="Andre Greiner-Petter" userId="5a9563eca8e6d264" providerId="LiveId" clId="{955958F1-0B5A-40C5-9272-C1AA9B7319A9}" dt="2025-10-20T07:11:54.445" v="127" actId="47"/>
        <pc:sldMkLst>
          <pc:docMk/>
          <pc:sldMk cId="4169946301" sldId="260"/>
        </pc:sldMkLst>
        <pc:spChg chg="del">
          <ac:chgData name="Andre Greiner-Petter" userId="5a9563eca8e6d264" providerId="LiveId" clId="{955958F1-0B5A-40C5-9272-C1AA9B7319A9}" dt="2025-10-20T06:50:43.803" v="2" actId="478"/>
          <ac:spMkLst>
            <pc:docMk/>
            <pc:sldMk cId="4169946301" sldId="260"/>
            <ac:spMk id="86" creationId="{356A0C0A-F7F4-56BD-F822-826F7B124027}"/>
          </ac:spMkLst>
        </pc:spChg>
        <pc:spChg chg="del">
          <ac:chgData name="Andre Greiner-Petter" userId="5a9563eca8e6d264" providerId="LiveId" clId="{955958F1-0B5A-40C5-9272-C1AA9B7319A9}" dt="2025-10-20T06:50:43.803" v="2" actId="478"/>
          <ac:spMkLst>
            <pc:docMk/>
            <pc:sldMk cId="4169946301" sldId="260"/>
            <ac:spMk id="116" creationId="{6A548CB5-91EC-357F-53ED-3F2045A20416}"/>
          </ac:spMkLst>
        </pc:spChg>
        <pc:spChg chg="del">
          <ac:chgData name="Andre Greiner-Petter" userId="5a9563eca8e6d264" providerId="LiveId" clId="{955958F1-0B5A-40C5-9272-C1AA9B7319A9}" dt="2025-10-20T06:50:43.803" v="2" actId="478"/>
          <ac:spMkLst>
            <pc:docMk/>
            <pc:sldMk cId="4169946301" sldId="260"/>
            <ac:spMk id="143" creationId="{F9DC6B2F-F469-BEDD-C818-0EE89BE2C5BD}"/>
          </ac:spMkLst>
        </pc:spChg>
        <pc:spChg chg="del">
          <ac:chgData name="Andre Greiner-Petter" userId="5a9563eca8e6d264" providerId="LiveId" clId="{955958F1-0B5A-40C5-9272-C1AA9B7319A9}" dt="2025-10-20T06:50:43.803" v="2" actId="478"/>
          <ac:spMkLst>
            <pc:docMk/>
            <pc:sldMk cId="4169946301" sldId="260"/>
            <ac:spMk id="145" creationId="{07A756AC-176C-F342-6033-A0A8F290E440}"/>
          </ac:spMkLst>
        </pc:spChg>
        <pc:spChg chg="del">
          <ac:chgData name="Andre Greiner-Petter" userId="5a9563eca8e6d264" providerId="LiveId" clId="{955958F1-0B5A-40C5-9272-C1AA9B7319A9}" dt="2025-10-20T06:50:43.803" v="2" actId="478"/>
          <ac:spMkLst>
            <pc:docMk/>
            <pc:sldMk cId="4169946301" sldId="260"/>
            <ac:spMk id="208" creationId="{E1D15C59-8BDE-9909-A2D3-4FAA99876968}"/>
          </ac:spMkLst>
        </pc:spChg>
        <pc:spChg chg="del">
          <ac:chgData name="Andre Greiner-Petter" userId="5a9563eca8e6d264" providerId="LiveId" clId="{955958F1-0B5A-40C5-9272-C1AA9B7319A9}" dt="2025-10-20T06:50:43.803" v="2" actId="478"/>
          <ac:spMkLst>
            <pc:docMk/>
            <pc:sldMk cId="4169946301" sldId="260"/>
            <ac:spMk id="214" creationId="{67363F90-6DDA-C65D-A1DA-096A6A345F65}"/>
          </ac:spMkLst>
        </pc:spChg>
        <pc:spChg chg="del">
          <ac:chgData name="Andre Greiner-Petter" userId="5a9563eca8e6d264" providerId="LiveId" clId="{955958F1-0B5A-40C5-9272-C1AA9B7319A9}" dt="2025-10-20T06:50:43.803" v="2" actId="478"/>
          <ac:spMkLst>
            <pc:docMk/>
            <pc:sldMk cId="4169946301" sldId="260"/>
            <ac:spMk id="243" creationId="{71414C22-3418-1791-9C3B-8C6FABCB8EC3}"/>
          </ac:spMkLst>
        </pc:spChg>
        <pc:spChg chg="del">
          <ac:chgData name="Andre Greiner-Petter" userId="5a9563eca8e6d264" providerId="LiveId" clId="{955958F1-0B5A-40C5-9272-C1AA9B7319A9}" dt="2025-10-20T06:50:43.803" v="2" actId="478"/>
          <ac:spMkLst>
            <pc:docMk/>
            <pc:sldMk cId="4169946301" sldId="260"/>
            <ac:spMk id="254" creationId="{2309F496-357B-1EA3-A675-DF5DE2BF66A0}"/>
          </ac:spMkLst>
        </pc:spChg>
        <pc:spChg chg="del">
          <ac:chgData name="Andre Greiner-Petter" userId="5a9563eca8e6d264" providerId="LiveId" clId="{955958F1-0B5A-40C5-9272-C1AA9B7319A9}" dt="2025-10-20T06:50:43.803" v="2" actId="478"/>
          <ac:spMkLst>
            <pc:docMk/>
            <pc:sldMk cId="4169946301" sldId="260"/>
            <ac:spMk id="258" creationId="{C4C4CDBC-285E-AAD5-FAC9-3C4B3D7ABE0D}"/>
          </ac:spMkLst>
        </pc:spChg>
        <pc:spChg chg="del">
          <ac:chgData name="Andre Greiner-Petter" userId="5a9563eca8e6d264" providerId="LiveId" clId="{955958F1-0B5A-40C5-9272-C1AA9B7319A9}" dt="2025-10-20T06:50:43.803" v="2" actId="478"/>
          <ac:spMkLst>
            <pc:docMk/>
            <pc:sldMk cId="4169946301" sldId="260"/>
            <ac:spMk id="259" creationId="{37AD0655-98A2-F9CB-3853-A539C4BABED5}"/>
          </ac:spMkLst>
        </pc:spChg>
        <pc:spChg chg="mod">
          <ac:chgData name="Andre Greiner-Petter" userId="5a9563eca8e6d264" providerId="LiveId" clId="{955958F1-0B5A-40C5-9272-C1AA9B7319A9}" dt="2025-10-20T06:51:21.625" v="4" actId="1076"/>
          <ac:spMkLst>
            <pc:docMk/>
            <pc:sldMk cId="4169946301" sldId="260"/>
            <ac:spMk id="272" creationId="{9073E80B-8094-1631-1373-1CDFDC68F117}"/>
          </ac:spMkLst>
        </pc:spChg>
        <pc:spChg chg="mod">
          <ac:chgData name="Andre Greiner-Petter" userId="5a9563eca8e6d264" providerId="LiveId" clId="{955958F1-0B5A-40C5-9272-C1AA9B7319A9}" dt="2025-10-20T06:51:21.625" v="4" actId="1076"/>
          <ac:spMkLst>
            <pc:docMk/>
            <pc:sldMk cId="4169946301" sldId="260"/>
            <ac:spMk id="274" creationId="{94EC703D-4136-4D23-7784-BD6F2A51AE3A}"/>
          </ac:spMkLst>
        </pc:spChg>
        <pc:spChg chg="mod">
          <ac:chgData name="Andre Greiner-Petter" userId="5a9563eca8e6d264" providerId="LiveId" clId="{955958F1-0B5A-40C5-9272-C1AA9B7319A9}" dt="2025-10-20T06:51:21.625" v="4" actId="1076"/>
          <ac:spMkLst>
            <pc:docMk/>
            <pc:sldMk cId="4169946301" sldId="260"/>
            <ac:spMk id="284" creationId="{FDBE8C64-9888-3487-92E5-D093AA25FFD9}"/>
          </ac:spMkLst>
        </pc:spChg>
        <pc:spChg chg="mod">
          <ac:chgData name="Andre Greiner-Petter" userId="5a9563eca8e6d264" providerId="LiveId" clId="{955958F1-0B5A-40C5-9272-C1AA9B7319A9}" dt="2025-10-20T06:51:21.625" v="4" actId="1076"/>
          <ac:spMkLst>
            <pc:docMk/>
            <pc:sldMk cId="4169946301" sldId="260"/>
            <ac:spMk id="285" creationId="{45AF80AF-5B09-0DAB-BDC0-AF53418A474F}"/>
          </ac:spMkLst>
        </pc:spChg>
        <pc:spChg chg="mod">
          <ac:chgData name="Andre Greiner-Petter" userId="5a9563eca8e6d264" providerId="LiveId" clId="{955958F1-0B5A-40C5-9272-C1AA9B7319A9}" dt="2025-10-20T06:51:21.625" v="4" actId="1076"/>
          <ac:spMkLst>
            <pc:docMk/>
            <pc:sldMk cId="4169946301" sldId="260"/>
            <ac:spMk id="286" creationId="{B827BD72-F52E-390E-5285-D2CBE717CAEB}"/>
          </ac:spMkLst>
        </pc:spChg>
        <pc:spChg chg="mod">
          <ac:chgData name="Andre Greiner-Petter" userId="5a9563eca8e6d264" providerId="LiveId" clId="{955958F1-0B5A-40C5-9272-C1AA9B7319A9}" dt="2025-10-20T06:51:21.625" v="4" actId="1076"/>
          <ac:spMkLst>
            <pc:docMk/>
            <pc:sldMk cId="4169946301" sldId="260"/>
            <ac:spMk id="289" creationId="{8B35E617-88E5-C974-0935-E47F5DD2F792}"/>
          </ac:spMkLst>
        </pc:spChg>
        <pc:spChg chg="mod">
          <ac:chgData name="Andre Greiner-Petter" userId="5a9563eca8e6d264" providerId="LiveId" clId="{955958F1-0B5A-40C5-9272-C1AA9B7319A9}" dt="2025-10-20T06:51:21.625" v="4" actId="1076"/>
          <ac:spMkLst>
            <pc:docMk/>
            <pc:sldMk cId="4169946301" sldId="260"/>
            <ac:spMk id="290" creationId="{F7F893E5-90C0-A062-49D7-D29EC67DDCD3}"/>
          </ac:spMkLst>
        </pc:spChg>
        <pc:picChg chg="add del mod">
          <ac:chgData name="Andre Greiner-Petter" userId="5a9563eca8e6d264" providerId="LiveId" clId="{955958F1-0B5A-40C5-9272-C1AA9B7319A9}" dt="2025-10-20T07:07:18.135" v="125" actId="478"/>
          <ac:picMkLst>
            <pc:docMk/>
            <pc:sldMk cId="4169946301" sldId="260"/>
            <ac:picMk id="3" creationId="{9E6D2147-B423-D4CC-883E-020DB45B48E8}"/>
          </ac:picMkLst>
        </pc:picChg>
        <pc:picChg chg="add del mod">
          <ac:chgData name="Andre Greiner-Petter" userId="5a9563eca8e6d264" providerId="LiveId" clId="{955958F1-0B5A-40C5-9272-C1AA9B7319A9}" dt="2025-10-20T07:07:18.456" v="126" actId="478"/>
          <ac:picMkLst>
            <pc:docMk/>
            <pc:sldMk cId="4169946301" sldId="260"/>
            <ac:picMk id="6" creationId="{D2CE0730-E0AA-0EC5-0704-2F0B62DD9F5F}"/>
          </ac:picMkLst>
        </pc:picChg>
        <pc:picChg chg="del mod">
          <ac:chgData name="Andre Greiner-Petter" userId="5a9563eca8e6d264" providerId="LiveId" clId="{955958F1-0B5A-40C5-9272-C1AA9B7319A9}" dt="2025-10-20T07:06:47.127" v="115" actId="478"/>
          <ac:picMkLst>
            <pc:docMk/>
            <pc:sldMk cId="4169946301" sldId="260"/>
            <ac:picMk id="267" creationId="{DE5A8402-FB64-ED54-1B92-308F15E119DE}"/>
          </ac:picMkLst>
        </pc:picChg>
        <pc:picChg chg="del mod">
          <ac:chgData name="Andre Greiner-Petter" userId="5a9563eca8e6d264" providerId="LiveId" clId="{955958F1-0B5A-40C5-9272-C1AA9B7319A9}" dt="2025-10-20T07:06:47.532" v="116" actId="478"/>
          <ac:picMkLst>
            <pc:docMk/>
            <pc:sldMk cId="4169946301" sldId="260"/>
            <ac:picMk id="268" creationId="{359C5DC3-DF73-339E-9040-5EC95539A1B1}"/>
          </ac:picMkLst>
        </pc:picChg>
        <pc:cxnChg chg="mod">
          <ac:chgData name="Andre Greiner-Petter" userId="5a9563eca8e6d264" providerId="LiveId" clId="{955958F1-0B5A-40C5-9272-C1AA9B7319A9}" dt="2025-10-20T06:51:21.625" v="4" actId="1076"/>
          <ac:cxnSpMkLst>
            <pc:docMk/>
            <pc:sldMk cId="4169946301" sldId="260"/>
            <ac:cxnSpMk id="271" creationId="{9E126256-1600-9A32-EDE3-5B36D41B90A6}"/>
          </ac:cxnSpMkLst>
        </pc:cxnChg>
      </pc:sldChg>
      <pc:sldMasterChg chg="modSp modSldLayout">
        <pc:chgData name="Andre Greiner-Petter" userId="5a9563eca8e6d264" providerId="LiveId" clId="{955958F1-0B5A-40C5-9272-C1AA9B7319A9}" dt="2025-10-20T07:26:45.708" v="268"/>
        <pc:sldMasterMkLst>
          <pc:docMk/>
          <pc:sldMasterMk cId="989162982" sldId="2147483732"/>
        </pc:sldMasterMkLst>
        <pc:spChg chg="mod">
          <ac:chgData name="Andre Greiner-Petter" userId="5a9563eca8e6d264" providerId="LiveId" clId="{955958F1-0B5A-40C5-9272-C1AA9B7319A9}" dt="2025-10-20T07:26:45.708" v="268"/>
          <ac:spMkLst>
            <pc:docMk/>
            <pc:sldMasterMk cId="989162982" sldId="2147483732"/>
            <ac:spMk id="2" creationId="{00000000-0000-0000-0000-000000000000}"/>
          </ac:spMkLst>
        </pc:spChg>
        <pc:spChg chg="mod">
          <ac:chgData name="Andre Greiner-Petter" userId="5a9563eca8e6d264" providerId="LiveId" clId="{955958F1-0B5A-40C5-9272-C1AA9B7319A9}" dt="2025-10-20T07:26:45.708" v="268"/>
          <ac:spMkLst>
            <pc:docMk/>
            <pc:sldMasterMk cId="989162982" sldId="2147483732"/>
            <ac:spMk id="3" creationId="{00000000-0000-0000-0000-000000000000}"/>
          </ac:spMkLst>
        </pc:spChg>
        <pc:spChg chg="mod">
          <ac:chgData name="Andre Greiner-Petter" userId="5a9563eca8e6d264" providerId="LiveId" clId="{955958F1-0B5A-40C5-9272-C1AA9B7319A9}" dt="2025-10-20T07:26:45.708" v="268"/>
          <ac:spMkLst>
            <pc:docMk/>
            <pc:sldMasterMk cId="989162982" sldId="2147483732"/>
            <ac:spMk id="4" creationId="{00000000-0000-0000-0000-000000000000}"/>
          </ac:spMkLst>
        </pc:spChg>
        <pc:spChg chg="mod">
          <ac:chgData name="Andre Greiner-Petter" userId="5a9563eca8e6d264" providerId="LiveId" clId="{955958F1-0B5A-40C5-9272-C1AA9B7319A9}" dt="2025-10-20T07:26:45.708" v="268"/>
          <ac:spMkLst>
            <pc:docMk/>
            <pc:sldMasterMk cId="989162982" sldId="2147483732"/>
            <ac:spMk id="5" creationId="{00000000-0000-0000-0000-000000000000}"/>
          </ac:spMkLst>
        </pc:spChg>
        <pc:spChg chg="mod">
          <ac:chgData name="Andre Greiner-Petter" userId="5a9563eca8e6d264" providerId="LiveId" clId="{955958F1-0B5A-40C5-9272-C1AA9B7319A9}" dt="2025-10-20T07:26:45.708" v="268"/>
          <ac:spMkLst>
            <pc:docMk/>
            <pc:sldMasterMk cId="989162982" sldId="2147483732"/>
            <ac:spMk id="6" creationId="{00000000-0000-0000-0000-000000000000}"/>
          </ac:spMkLst>
        </pc:spChg>
        <pc:sldLayoutChg chg="modSp">
          <pc:chgData name="Andre Greiner-Petter" userId="5a9563eca8e6d264" providerId="LiveId" clId="{955958F1-0B5A-40C5-9272-C1AA9B7319A9}" dt="2025-10-20T07:26:45.708" v="268"/>
          <pc:sldLayoutMkLst>
            <pc:docMk/>
            <pc:sldMasterMk cId="989162982" sldId="2147483732"/>
            <pc:sldLayoutMk cId="3281430155" sldId="2147483733"/>
          </pc:sldLayoutMkLst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3281430155" sldId="2147483733"/>
              <ac:spMk id="2" creationId="{00000000-0000-0000-0000-000000000000}"/>
            </ac:spMkLst>
          </pc:spChg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3281430155" sldId="2147483733"/>
              <ac:spMk id="3" creationId="{00000000-0000-0000-0000-000000000000}"/>
            </ac:spMkLst>
          </pc:spChg>
        </pc:sldLayoutChg>
        <pc:sldLayoutChg chg="modSp">
          <pc:chgData name="Andre Greiner-Petter" userId="5a9563eca8e6d264" providerId="LiveId" clId="{955958F1-0B5A-40C5-9272-C1AA9B7319A9}" dt="2025-10-20T07:26:45.708" v="268"/>
          <pc:sldLayoutMkLst>
            <pc:docMk/>
            <pc:sldMasterMk cId="989162982" sldId="2147483732"/>
            <pc:sldLayoutMk cId="620556988" sldId="2147483735"/>
          </pc:sldLayoutMkLst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620556988" sldId="2147483735"/>
              <ac:spMk id="2" creationId="{00000000-0000-0000-0000-000000000000}"/>
            </ac:spMkLst>
          </pc:spChg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620556988" sldId="2147483735"/>
              <ac:spMk id="3" creationId="{00000000-0000-0000-0000-000000000000}"/>
            </ac:spMkLst>
          </pc:spChg>
        </pc:sldLayoutChg>
        <pc:sldLayoutChg chg="modSp">
          <pc:chgData name="Andre Greiner-Petter" userId="5a9563eca8e6d264" providerId="LiveId" clId="{955958F1-0B5A-40C5-9272-C1AA9B7319A9}" dt="2025-10-20T07:26:45.708" v="268"/>
          <pc:sldLayoutMkLst>
            <pc:docMk/>
            <pc:sldMasterMk cId="989162982" sldId="2147483732"/>
            <pc:sldLayoutMk cId="3940672001" sldId="2147483736"/>
          </pc:sldLayoutMkLst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3940672001" sldId="2147483736"/>
              <ac:spMk id="3" creationId="{00000000-0000-0000-0000-000000000000}"/>
            </ac:spMkLst>
          </pc:spChg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3940672001" sldId="2147483736"/>
              <ac:spMk id="4" creationId="{00000000-0000-0000-0000-000000000000}"/>
            </ac:spMkLst>
          </pc:spChg>
        </pc:sldLayoutChg>
        <pc:sldLayoutChg chg="modSp">
          <pc:chgData name="Andre Greiner-Petter" userId="5a9563eca8e6d264" providerId="LiveId" clId="{955958F1-0B5A-40C5-9272-C1AA9B7319A9}" dt="2025-10-20T07:26:45.708" v="268"/>
          <pc:sldLayoutMkLst>
            <pc:docMk/>
            <pc:sldMasterMk cId="989162982" sldId="2147483732"/>
            <pc:sldLayoutMk cId="2613173957" sldId="2147483737"/>
          </pc:sldLayoutMkLst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2613173957" sldId="2147483737"/>
              <ac:spMk id="2" creationId="{00000000-0000-0000-0000-000000000000}"/>
            </ac:spMkLst>
          </pc:spChg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2613173957" sldId="2147483737"/>
              <ac:spMk id="3" creationId="{00000000-0000-0000-0000-000000000000}"/>
            </ac:spMkLst>
          </pc:spChg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2613173957" sldId="2147483737"/>
              <ac:spMk id="4" creationId="{00000000-0000-0000-0000-000000000000}"/>
            </ac:spMkLst>
          </pc:spChg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2613173957" sldId="2147483737"/>
              <ac:spMk id="5" creationId="{00000000-0000-0000-0000-000000000000}"/>
            </ac:spMkLst>
          </pc:spChg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2613173957" sldId="2147483737"/>
              <ac:spMk id="6" creationId="{00000000-0000-0000-0000-000000000000}"/>
            </ac:spMkLst>
          </pc:spChg>
        </pc:sldLayoutChg>
        <pc:sldLayoutChg chg="modSp">
          <pc:chgData name="Andre Greiner-Petter" userId="5a9563eca8e6d264" providerId="LiveId" clId="{955958F1-0B5A-40C5-9272-C1AA9B7319A9}" dt="2025-10-20T07:26:45.708" v="268"/>
          <pc:sldLayoutMkLst>
            <pc:docMk/>
            <pc:sldMasterMk cId="989162982" sldId="2147483732"/>
            <pc:sldLayoutMk cId="288267825" sldId="2147483740"/>
          </pc:sldLayoutMkLst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288267825" sldId="2147483740"/>
              <ac:spMk id="2" creationId="{00000000-0000-0000-0000-000000000000}"/>
            </ac:spMkLst>
          </pc:spChg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288267825" sldId="2147483740"/>
              <ac:spMk id="3" creationId="{00000000-0000-0000-0000-000000000000}"/>
            </ac:spMkLst>
          </pc:spChg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288267825" sldId="2147483740"/>
              <ac:spMk id="4" creationId="{00000000-0000-0000-0000-000000000000}"/>
            </ac:spMkLst>
          </pc:spChg>
        </pc:sldLayoutChg>
        <pc:sldLayoutChg chg="modSp">
          <pc:chgData name="Andre Greiner-Petter" userId="5a9563eca8e6d264" providerId="LiveId" clId="{955958F1-0B5A-40C5-9272-C1AA9B7319A9}" dt="2025-10-20T07:26:45.708" v="268"/>
          <pc:sldLayoutMkLst>
            <pc:docMk/>
            <pc:sldMasterMk cId="989162982" sldId="2147483732"/>
            <pc:sldLayoutMk cId="3255820178" sldId="2147483741"/>
          </pc:sldLayoutMkLst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3255820178" sldId="2147483741"/>
              <ac:spMk id="2" creationId="{00000000-0000-0000-0000-000000000000}"/>
            </ac:spMkLst>
          </pc:spChg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3255820178" sldId="2147483741"/>
              <ac:spMk id="3" creationId="{00000000-0000-0000-0000-000000000000}"/>
            </ac:spMkLst>
          </pc:spChg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3255820178" sldId="2147483741"/>
              <ac:spMk id="4" creationId="{00000000-0000-0000-0000-000000000000}"/>
            </ac:spMkLst>
          </pc:spChg>
        </pc:sldLayoutChg>
        <pc:sldLayoutChg chg="modSp">
          <pc:chgData name="Andre Greiner-Petter" userId="5a9563eca8e6d264" providerId="LiveId" clId="{955958F1-0B5A-40C5-9272-C1AA9B7319A9}" dt="2025-10-20T07:26:45.708" v="268"/>
          <pc:sldLayoutMkLst>
            <pc:docMk/>
            <pc:sldMasterMk cId="989162982" sldId="2147483732"/>
            <pc:sldLayoutMk cId="920905547" sldId="2147483743"/>
          </pc:sldLayoutMkLst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920905547" sldId="2147483743"/>
              <ac:spMk id="2" creationId="{00000000-0000-0000-0000-000000000000}"/>
            </ac:spMkLst>
          </pc:spChg>
          <pc:spChg chg="mod">
            <ac:chgData name="Andre Greiner-Petter" userId="5a9563eca8e6d264" providerId="LiveId" clId="{955958F1-0B5A-40C5-9272-C1AA9B7319A9}" dt="2025-10-20T07:26:45.708" v="268"/>
            <ac:spMkLst>
              <pc:docMk/>
              <pc:sldMasterMk cId="989162982" sldId="2147483732"/>
              <pc:sldLayoutMk cId="920905547" sldId="2147483743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-268288" y="685800"/>
            <a:ext cx="739457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3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3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3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3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3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3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3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3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3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2536" y="559882"/>
            <a:ext cx="5535216" cy="1191037"/>
          </a:xfrm>
        </p:spPr>
        <p:txBody>
          <a:bodyPr anchor="b"/>
          <a:lstStyle>
            <a:lvl1pPr algn="ctr">
              <a:defRPr sz="29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536" y="1796850"/>
            <a:ext cx="5535216" cy="825965"/>
          </a:xfrm>
        </p:spPr>
        <p:txBody>
          <a:bodyPr/>
          <a:lstStyle>
            <a:lvl1pPr marL="0" indent="0" algn="ctr">
              <a:buNone/>
              <a:defRPr sz="1197"/>
            </a:lvl1pPr>
            <a:lvl2pPr marL="228051" indent="0" algn="ctr">
              <a:buNone/>
              <a:defRPr sz="998"/>
            </a:lvl2pPr>
            <a:lvl3pPr marL="456103" indent="0" algn="ctr">
              <a:buNone/>
              <a:defRPr sz="898"/>
            </a:lvl3pPr>
            <a:lvl4pPr marL="684154" indent="0" algn="ctr">
              <a:buNone/>
              <a:defRPr sz="798"/>
            </a:lvl4pPr>
            <a:lvl5pPr marL="912205" indent="0" algn="ctr">
              <a:buNone/>
              <a:defRPr sz="798"/>
            </a:lvl5pPr>
            <a:lvl6pPr marL="1140257" indent="0" algn="ctr">
              <a:buNone/>
              <a:defRPr sz="798"/>
            </a:lvl6pPr>
            <a:lvl7pPr marL="1368308" indent="0" algn="ctr">
              <a:buNone/>
              <a:defRPr sz="798"/>
            </a:lvl7pPr>
            <a:lvl8pPr marL="1596360" indent="0" algn="ctr">
              <a:buNone/>
              <a:defRPr sz="798"/>
            </a:lvl8pPr>
            <a:lvl9pPr marL="1824411" indent="0" algn="ctr">
              <a:buNone/>
              <a:defRPr sz="79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8AFB-3DBA-4041-9C55-6494DFF30A6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625161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8AFB-3DBA-4041-9C55-6494DFF30A6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39580317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51" y="852890"/>
            <a:ext cx="6365498" cy="1423067"/>
          </a:xfrm>
        </p:spPr>
        <p:txBody>
          <a:bodyPr anchor="b"/>
          <a:lstStyle>
            <a:lvl1pPr>
              <a:defRPr sz="29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551" y="2289420"/>
            <a:ext cx="6365498" cy="748357"/>
          </a:xfrm>
        </p:spPr>
        <p:txBody>
          <a:bodyPr/>
          <a:lstStyle>
            <a:lvl1pPr marL="0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1pPr>
            <a:lvl2pPr marL="228051" indent="0">
              <a:buNone/>
              <a:defRPr sz="998">
                <a:solidFill>
                  <a:schemeClr val="tx1">
                    <a:tint val="82000"/>
                  </a:schemeClr>
                </a:solidFill>
              </a:defRPr>
            </a:lvl2pPr>
            <a:lvl3pPr marL="456103" indent="0">
              <a:buNone/>
              <a:defRPr sz="898">
                <a:solidFill>
                  <a:schemeClr val="tx1">
                    <a:tint val="82000"/>
                  </a:schemeClr>
                </a:solidFill>
              </a:defRPr>
            </a:lvl3pPr>
            <a:lvl4pPr marL="684154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4pPr>
            <a:lvl5pPr marL="912205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5pPr>
            <a:lvl6pPr marL="1140257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6pPr>
            <a:lvl7pPr marL="1368308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7pPr>
            <a:lvl8pPr marL="159636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8pPr>
            <a:lvl9pPr marL="1824411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8AFB-3DBA-4041-9C55-6494DFF30A6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15557182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395" y="910700"/>
            <a:ext cx="3136622" cy="2170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6271" y="910700"/>
            <a:ext cx="3136622" cy="2170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8AFB-3DBA-4041-9C55-6494DFF30A6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41810659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182140"/>
            <a:ext cx="6365498" cy="661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357" y="838636"/>
            <a:ext cx="3122207" cy="411002"/>
          </a:xfrm>
        </p:spPr>
        <p:txBody>
          <a:bodyPr anchor="b"/>
          <a:lstStyle>
            <a:lvl1pPr marL="0" indent="0">
              <a:buNone/>
              <a:defRPr sz="1197" b="1"/>
            </a:lvl1pPr>
            <a:lvl2pPr marL="228051" indent="0">
              <a:buNone/>
              <a:defRPr sz="998" b="1"/>
            </a:lvl2pPr>
            <a:lvl3pPr marL="456103" indent="0">
              <a:buNone/>
              <a:defRPr sz="898" b="1"/>
            </a:lvl3pPr>
            <a:lvl4pPr marL="684154" indent="0">
              <a:buNone/>
              <a:defRPr sz="798" b="1"/>
            </a:lvl4pPr>
            <a:lvl5pPr marL="912205" indent="0">
              <a:buNone/>
              <a:defRPr sz="798" b="1"/>
            </a:lvl5pPr>
            <a:lvl6pPr marL="1140257" indent="0">
              <a:buNone/>
              <a:defRPr sz="798" b="1"/>
            </a:lvl6pPr>
            <a:lvl7pPr marL="1368308" indent="0">
              <a:buNone/>
              <a:defRPr sz="798" b="1"/>
            </a:lvl7pPr>
            <a:lvl8pPr marL="1596360" indent="0">
              <a:buNone/>
              <a:defRPr sz="798" b="1"/>
            </a:lvl8pPr>
            <a:lvl9pPr marL="1824411" indent="0">
              <a:buNone/>
              <a:defRPr sz="7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357" y="1249638"/>
            <a:ext cx="3122207" cy="18380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6271" y="838636"/>
            <a:ext cx="3137584" cy="411002"/>
          </a:xfrm>
        </p:spPr>
        <p:txBody>
          <a:bodyPr anchor="b"/>
          <a:lstStyle>
            <a:lvl1pPr marL="0" indent="0">
              <a:buNone/>
              <a:defRPr sz="1197" b="1"/>
            </a:lvl1pPr>
            <a:lvl2pPr marL="228051" indent="0">
              <a:buNone/>
              <a:defRPr sz="998" b="1"/>
            </a:lvl2pPr>
            <a:lvl3pPr marL="456103" indent="0">
              <a:buNone/>
              <a:defRPr sz="898" b="1"/>
            </a:lvl3pPr>
            <a:lvl4pPr marL="684154" indent="0">
              <a:buNone/>
              <a:defRPr sz="798" b="1"/>
            </a:lvl4pPr>
            <a:lvl5pPr marL="912205" indent="0">
              <a:buNone/>
              <a:defRPr sz="798" b="1"/>
            </a:lvl5pPr>
            <a:lvl6pPr marL="1140257" indent="0">
              <a:buNone/>
              <a:defRPr sz="798" b="1"/>
            </a:lvl6pPr>
            <a:lvl7pPr marL="1368308" indent="0">
              <a:buNone/>
              <a:defRPr sz="798" b="1"/>
            </a:lvl7pPr>
            <a:lvl8pPr marL="1596360" indent="0">
              <a:buNone/>
              <a:defRPr sz="798" b="1"/>
            </a:lvl8pPr>
            <a:lvl9pPr marL="1824411" indent="0">
              <a:buNone/>
              <a:defRPr sz="7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6271" y="1249638"/>
            <a:ext cx="3137584" cy="18380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8AFB-3DBA-4041-9C55-6494DFF30A6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15060791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8AFB-3DBA-4041-9C55-6494DFF30A6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36690052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8AFB-3DBA-4041-9C55-6494DFF30A6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607077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228071"/>
            <a:ext cx="2380335" cy="798248"/>
          </a:xfrm>
        </p:spPr>
        <p:txBody>
          <a:bodyPr anchor="b"/>
          <a:lstStyle>
            <a:lvl1pPr>
              <a:defRPr sz="15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584" y="492570"/>
            <a:ext cx="3736271" cy="2431172"/>
          </a:xfrm>
        </p:spPr>
        <p:txBody>
          <a:bodyPr/>
          <a:lstStyle>
            <a:lvl1pPr>
              <a:defRPr sz="1596"/>
            </a:lvl1pPr>
            <a:lvl2pPr>
              <a:defRPr sz="1397"/>
            </a:lvl2pPr>
            <a:lvl3pPr>
              <a:defRPr sz="1197"/>
            </a:lvl3pPr>
            <a:lvl4pPr>
              <a:defRPr sz="998"/>
            </a:lvl4pPr>
            <a:lvl5pPr>
              <a:defRPr sz="998"/>
            </a:lvl5pPr>
            <a:lvl6pPr>
              <a:defRPr sz="998"/>
            </a:lvl6pPr>
            <a:lvl7pPr>
              <a:defRPr sz="998"/>
            </a:lvl7pPr>
            <a:lvl8pPr>
              <a:defRPr sz="998"/>
            </a:lvl8pPr>
            <a:lvl9pPr>
              <a:defRPr sz="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1026319"/>
            <a:ext cx="2380335" cy="1901383"/>
          </a:xfrm>
        </p:spPr>
        <p:txBody>
          <a:bodyPr/>
          <a:lstStyle>
            <a:lvl1pPr marL="0" indent="0">
              <a:buNone/>
              <a:defRPr sz="798"/>
            </a:lvl1pPr>
            <a:lvl2pPr marL="228051" indent="0">
              <a:buNone/>
              <a:defRPr sz="698"/>
            </a:lvl2pPr>
            <a:lvl3pPr marL="456103" indent="0">
              <a:buNone/>
              <a:defRPr sz="599"/>
            </a:lvl3pPr>
            <a:lvl4pPr marL="684154" indent="0">
              <a:buNone/>
              <a:defRPr sz="499"/>
            </a:lvl4pPr>
            <a:lvl5pPr marL="912205" indent="0">
              <a:buNone/>
              <a:defRPr sz="499"/>
            </a:lvl5pPr>
            <a:lvl6pPr marL="1140257" indent="0">
              <a:buNone/>
              <a:defRPr sz="499"/>
            </a:lvl6pPr>
            <a:lvl7pPr marL="1368308" indent="0">
              <a:buNone/>
              <a:defRPr sz="499"/>
            </a:lvl7pPr>
            <a:lvl8pPr marL="1596360" indent="0">
              <a:buNone/>
              <a:defRPr sz="499"/>
            </a:lvl8pPr>
            <a:lvl9pPr marL="1824411" indent="0">
              <a:buNone/>
              <a:defRPr sz="4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8AFB-3DBA-4041-9C55-6494DFF30A6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41076968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228071"/>
            <a:ext cx="2380335" cy="798248"/>
          </a:xfrm>
        </p:spPr>
        <p:txBody>
          <a:bodyPr anchor="b"/>
          <a:lstStyle>
            <a:lvl1pPr>
              <a:defRPr sz="15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7584" y="492570"/>
            <a:ext cx="3736271" cy="2431172"/>
          </a:xfrm>
        </p:spPr>
        <p:txBody>
          <a:bodyPr anchor="t"/>
          <a:lstStyle>
            <a:lvl1pPr marL="0" indent="0">
              <a:buNone/>
              <a:defRPr sz="1596"/>
            </a:lvl1pPr>
            <a:lvl2pPr marL="228051" indent="0">
              <a:buNone/>
              <a:defRPr sz="1397"/>
            </a:lvl2pPr>
            <a:lvl3pPr marL="456103" indent="0">
              <a:buNone/>
              <a:defRPr sz="1197"/>
            </a:lvl3pPr>
            <a:lvl4pPr marL="684154" indent="0">
              <a:buNone/>
              <a:defRPr sz="998"/>
            </a:lvl4pPr>
            <a:lvl5pPr marL="912205" indent="0">
              <a:buNone/>
              <a:defRPr sz="998"/>
            </a:lvl5pPr>
            <a:lvl6pPr marL="1140257" indent="0">
              <a:buNone/>
              <a:defRPr sz="998"/>
            </a:lvl6pPr>
            <a:lvl7pPr marL="1368308" indent="0">
              <a:buNone/>
              <a:defRPr sz="998"/>
            </a:lvl7pPr>
            <a:lvl8pPr marL="1596360" indent="0">
              <a:buNone/>
              <a:defRPr sz="998"/>
            </a:lvl8pPr>
            <a:lvl9pPr marL="1824411" indent="0">
              <a:buNone/>
              <a:defRPr sz="9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1026319"/>
            <a:ext cx="2380335" cy="1901383"/>
          </a:xfrm>
        </p:spPr>
        <p:txBody>
          <a:bodyPr/>
          <a:lstStyle>
            <a:lvl1pPr marL="0" indent="0">
              <a:buNone/>
              <a:defRPr sz="798"/>
            </a:lvl1pPr>
            <a:lvl2pPr marL="228051" indent="0">
              <a:buNone/>
              <a:defRPr sz="698"/>
            </a:lvl2pPr>
            <a:lvl3pPr marL="456103" indent="0">
              <a:buNone/>
              <a:defRPr sz="599"/>
            </a:lvl3pPr>
            <a:lvl4pPr marL="684154" indent="0">
              <a:buNone/>
              <a:defRPr sz="499"/>
            </a:lvl4pPr>
            <a:lvl5pPr marL="912205" indent="0">
              <a:buNone/>
              <a:defRPr sz="499"/>
            </a:lvl5pPr>
            <a:lvl6pPr marL="1140257" indent="0">
              <a:buNone/>
              <a:defRPr sz="499"/>
            </a:lvl6pPr>
            <a:lvl7pPr marL="1368308" indent="0">
              <a:buNone/>
              <a:defRPr sz="499"/>
            </a:lvl7pPr>
            <a:lvl8pPr marL="1596360" indent="0">
              <a:buNone/>
              <a:defRPr sz="499"/>
            </a:lvl8pPr>
            <a:lvl9pPr marL="1824411" indent="0">
              <a:buNone/>
              <a:defRPr sz="4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8AFB-3DBA-4041-9C55-6494DFF30A6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54220450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8AFB-3DBA-4041-9C55-6494DFF30A6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51235647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1518" y="182140"/>
            <a:ext cx="1591375" cy="28991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395" y="182140"/>
            <a:ext cx="4681870" cy="28991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8AFB-3DBA-4041-9C55-6494DFF30A6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362964074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395" y="182140"/>
            <a:ext cx="6365498" cy="661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95" y="910700"/>
            <a:ext cx="6365498" cy="2170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395" y="3170819"/>
            <a:ext cx="1660565" cy="1821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68AFB-3DBA-4041-9C55-6494DFF30A6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4721" y="3170819"/>
            <a:ext cx="2490847" cy="1821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2328" y="3170819"/>
            <a:ext cx="1660565" cy="1821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198982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defTabSz="456103" rtl="0" eaLnBrk="1" latinLnBrk="0" hangingPunct="1">
        <a:lnSpc>
          <a:spcPct val="90000"/>
        </a:lnSpc>
        <a:spcBef>
          <a:spcPct val="0"/>
        </a:spcBef>
        <a:buNone/>
        <a:defRPr sz="21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026" indent="-114026" algn="l" defTabSz="456103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1pPr>
      <a:lvl2pPr marL="342077" indent="-114026" algn="l" defTabSz="456103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1197" kern="1200">
          <a:solidFill>
            <a:schemeClr val="tx1"/>
          </a:solidFill>
          <a:latin typeface="+mn-lt"/>
          <a:ea typeface="+mn-ea"/>
          <a:cs typeface="+mn-cs"/>
        </a:defRPr>
      </a:lvl2pPr>
      <a:lvl3pPr marL="570128" indent="-114026" algn="l" defTabSz="456103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998" kern="1200">
          <a:solidFill>
            <a:schemeClr val="tx1"/>
          </a:solidFill>
          <a:latin typeface="+mn-lt"/>
          <a:ea typeface="+mn-ea"/>
          <a:cs typeface="+mn-cs"/>
        </a:defRPr>
      </a:lvl3pPr>
      <a:lvl4pPr marL="798180" indent="-114026" algn="l" defTabSz="456103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8" kern="1200">
          <a:solidFill>
            <a:schemeClr val="tx1"/>
          </a:solidFill>
          <a:latin typeface="+mn-lt"/>
          <a:ea typeface="+mn-ea"/>
          <a:cs typeface="+mn-cs"/>
        </a:defRPr>
      </a:lvl4pPr>
      <a:lvl5pPr marL="1026231" indent="-114026" algn="l" defTabSz="456103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8" kern="1200">
          <a:solidFill>
            <a:schemeClr val="tx1"/>
          </a:solidFill>
          <a:latin typeface="+mn-lt"/>
          <a:ea typeface="+mn-ea"/>
          <a:cs typeface="+mn-cs"/>
        </a:defRPr>
      </a:lvl5pPr>
      <a:lvl6pPr marL="1254282" indent="-114026" algn="l" defTabSz="456103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8" kern="1200">
          <a:solidFill>
            <a:schemeClr val="tx1"/>
          </a:solidFill>
          <a:latin typeface="+mn-lt"/>
          <a:ea typeface="+mn-ea"/>
          <a:cs typeface="+mn-cs"/>
        </a:defRPr>
      </a:lvl6pPr>
      <a:lvl7pPr marL="1482334" indent="-114026" algn="l" defTabSz="456103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8" kern="1200">
          <a:solidFill>
            <a:schemeClr val="tx1"/>
          </a:solidFill>
          <a:latin typeface="+mn-lt"/>
          <a:ea typeface="+mn-ea"/>
          <a:cs typeface="+mn-cs"/>
        </a:defRPr>
      </a:lvl7pPr>
      <a:lvl8pPr marL="1710385" indent="-114026" algn="l" defTabSz="456103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8" kern="1200">
          <a:solidFill>
            <a:schemeClr val="tx1"/>
          </a:solidFill>
          <a:latin typeface="+mn-lt"/>
          <a:ea typeface="+mn-ea"/>
          <a:cs typeface="+mn-cs"/>
        </a:defRPr>
      </a:lvl8pPr>
      <a:lvl9pPr marL="1938437" indent="-114026" algn="l" defTabSz="456103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103" rtl="0" eaLnBrk="1" latinLnBrk="0" hangingPunct="1">
        <a:defRPr sz="898" kern="1200">
          <a:solidFill>
            <a:schemeClr val="tx1"/>
          </a:solidFill>
          <a:latin typeface="+mn-lt"/>
          <a:ea typeface="+mn-ea"/>
          <a:cs typeface="+mn-cs"/>
        </a:defRPr>
      </a:lvl1pPr>
      <a:lvl2pPr marL="228051" algn="l" defTabSz="456103" rtl="0" eaLnBrk="1" latinLnBrk="0" hangingPunct="1">
        <a:defRPr sz="898" kern="1200">
          <a:solidFill>
            <a:schemeClr val="tx1"/>
          </a:solidFill>
          <a:latin typeface="+mn-lt"/>
          <a:ea typeface="+mn-ea"/>
          <a:cs typeface="+mn-cs"/>
        </a:defRPr>
      </a:lvl2pPr>
      <a:lvl3pPr marL="456103" algn="l" defTabSz="456103" rtl="0" eaLnBrk="1" latinLnBrk="0" hangingPunct="1">
        <a:defRPr sz="898" kern="1200">
          <a:solidFill>
            <a:schemeClr val="tx1"/>
          </a:solidFill>
          <a:latin typeface="+mn-lt"/>
          <a:ea typeface="+mn-ea"/>
          <a:cs typeface="+mn-cs"/>
        </a:defRPr>
      </a:lvl3pPr>
      <a:lvl4pPr marL="684154" algn="l" defTabSz="456103" rtl="0" eaLnBrk="1" latinLnBrk="0" hangingPunct="1">
        <a:defRPr sz="898" kern="1200">
          <a:solidFill>
            <a:schemeClr val="tx1"/>
          </a:solidFill>
          <a:latin typeface="+mn-lt"/>
          <a:ea typeface="+mn-ea"/>
          <a:cs typeface="+mn-cs"/>
        </a:defRPr>
      </a:lvl4pPr>
      <a:lvl5pPr marL="912205" algn="l" defTabSz="456103" rtl="0" eaLnBrk="1" latinLnBrk="0" hangingPunct="1">
        <a:defRPr sz="898" kern="1200">
          <a:solidFill>
            <a:schemeClr val="tx1"/>
          </a:solidFill>
          <a:latin typeface="+mn-lt"/>
          <a:ea typeface="+mn-ea"/>
          <a:cs typeface="+mn-cs"/>
        </a:defRPr>
      </a:lvl5pPr>
      <a:lvl6pPr marL="1140257" algn="l" defTabSz="456103" rtl="0" eaLnBrk="1" latinLnBrk="0" hangingPunct="1">
        <a:defRPr sz="898" kern="1200">
          <a:solidFill>
            <a:schemeClr val="tx1"/>
          </a:solidFill>
          <a:latin typeface="+mn-lt"/>
          <a:ea typeface="+mn-ea"/>
          <a:cs typeface="+mn-cs"/>
        </a:defRPr>
      </a:lvl6pPr>
      <a:lvl7pPr marL="1368308" algn="l" defTabSz="456103" rtl="0" eaLnBrk="1" latinLnBrk="0" hangingPunct="1">
        <a:defRPr sz="898" kern="1200">
          <a:solidFill>
            <a:schemeClr val="tx1"/>
          </a:solidFill>
          <a:latin typeface="+mn-lt"/>
          <a:ea typeface="+mn-ea"/>
          <a:cs typeface="+mn-cs"/>
        </a:defRPr>
      </a:lvl7pPr>
      <a:lvl8pPr marL="1596360" algn="l" defTabSz="456103" rtl="0" eaLnBrk="1" latinLnBrk="0" hangingPunct="1">
        <a:defRPr sz="898" kern="1200">
          <a:solidFill>
            <a:schemeClr val="tx1"/>
          </a:solidFill>
          <a:latin typeface="+mn-lt"/>
          <a:ea typeface="+mn-ea"/>
          <a:cs typeface="+mn-cs"/>
        </a:defRPr>
      </a:lvl8pPr>
      <a:lvl9pPr marL="1824411" algn="l" defTabSz="456103" rtl="0" eaLnBrk="1" latinLnBrk="0" hangingPunct="1">
        <a:defRPr sz="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C414EA9A-B262-1972-5809-F485C2CB1309}"/>
              </a:ext>
            </a:extLst>
          </p:cNvPr>
          <p:cNvSpPr/>
          <p:nvPr/>
        </p:nvSpPr>
        <p:spPr>
          <a:xfrm>
            <a:off x="784586" y="19504"/>
            <a:ext cx="713983" cy="2258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anose="020B0604020202020204" pitchFamily="34" charset="0"/>
              </a:rPr>
              <a:t>Claim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07A756AC-176C-F342-6033-A0A8F290E440}"/>
              </a:ext>
            </a:extLst>
          </p:cNvPr>
          <p:cNvSpPr/>
          <p:nvPr/>
        </p:nvSpPr>
        <p:spPr>
          <a:xfrm>
            <a:off x="2742511" y="19506"/>
            <a:ext cx="1034567" cy="2258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anose="020B0604020202020204" pitchFamily="34" charset="0"/>
              </a:rPr>
              <a:t>Evidence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BFFE32-75E5-E060-2813-D45491991DD3}"/>
              </a:ext>
            </a:extLst>
          </p:cNvPr>
          <p:cNvSpPr/>
          <p:nvPr/>
        </p:nvSpPr>
        <p:spPr>
          <a:xfrm>
            <a:off x="6384835" y="14441"/>
            <a:ext cx="760699" cy="2258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anose="020B0604020202020204" pitchFamily="34" charset="0"/>
              </a:rPr>
              <a:t>Label</a:t>
            </a:r>
          </a:p>
        </p:txBody>
      </p:sp>
      <p:pic>
        <p:nvPicPr>
          <p:cNvPr id="5" name="Picture 4" descr="A diagram of a number of dots&#10;&#10;AI-generated content may be incorrect.">
            <a:extLst>
              <a:ext uri="{FF2B5EF4-FFF2-40B4-BE49-F238E27FC236}">
                <a16:creationId xmlns:a16="http://schemas.microsoft.com/office/drawing/2014/main" id="{9B7FA996-5BFA-8167-42F0-BAEBC4282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867" y="1903007"/>
            <a:ext cx="1582026" cy="1498553"/>
          </a:xfrm>
          <a:prstGeom prst="rect">
            <a:avLst/>
          </a:prstGeom>
        </p:spPr>
      </p:pic>
      <p:pic>
        <p:nvPicPr>
          <p:cNvPr id="11" name="Picture 10" descr="A graph of a line with blue and orange dots&#10;&#10;AI-generated content may be incorrect.">
            <a:extLst>
              <a:ext uri="{FF2B5EF4-FFF2-40B4-BE49-F238E27FC236}">
                <a16:creationId xmlns:a16="http://schemas.microsoft.com/office/drawing/2014/main" id="{720A5681-07BC-D9F2-9463-F291751B3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867" y="312372"/>
            <a:ext cx="1582026" cy="14985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571AF0-2C47-7F57-732B-F4521066BA55}"/>
              </a:ext>
            </a:extLst>
          </p:cNvPr>
          <p:cNvSpPr txBox="1"/>
          <p:nvPr/>
        </p:nvSpPr>
        <p:spPr>
          <a:xfrm>
            <a:off x="-38534" y="403324"/>
            <a:ext cx="2360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i="1" dirty="0">
                <a:solidFill>
                  <a:schemeClr val="tx2"/>
                </a:solidFill>
                <a:cs typeface="Arial" panose="020B0604020202020204" pitchFamily="34" charset="0"/>
              </a:rPr>
              <a:t>The figure reveals a set of diverse exploration strategies within the human population and confirms that RR-RL 2 </a:t>
            </a:r>
            <a:r>
              <a:rPr lang="en-GB" sz="1200" b="1" i="1" dirty="0">
                <a:solidFill>
                  <a:schemeClr val="accent2"/>
                </a:solidFill>
                <a:cs typeface="Arial" panose="020B0604020202020204" pitchFamily="34" charset="0"/>
              </a:rPr>
              <a:t>captures</a:t>
            </a:r>
            <a:r>
              <a:rPr lang="en-GB" sz="1200" i="1" dirty="0">
                <a:solidFill>
                  <a:schemeClr val="tx2"/>
                </a:solidFill>
                <a:cs typeface="Arial" panose="020B0604020202020204" pitchFamily="34" charset="0"/>
              </a:rPr>
              <a:t> the overall variability in human exploration </a:t>
            </a:r>
            <a:r>
              <a:rPr lang="en-GB" sz="1200" b="1" i="1" dirty="0">
                <a:solidFill>
                  <a:schemeClr val="accent2"/>
                </a:solidFill>
                <a:cs typeface="Arial" panose="020B0604020202020204" pitchFamily="34" charset="0"/>
              </a:rPr>
              <a:t>appropriately</a:t>
            </a:r>
            <a:r>
              <a:rPr lang="en-GB" sz="1200" i="1" dirty="0">
                <a:solidFill>
                  <a:schemeClr val="tx2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B58737-CFAF-8D4D-A66B-27CE2942B3FD}"/>
              </a:ext>
            </a:extLst>
          </p:cNvPr>
          <p:cNvSpPr txBox="1"/>
          <p:nvPr/>
        </p:nvSpPr>
        <p:spPr>
          <a:xfrm>
            <a:off x="-38534" y="1993956"/>
            <a:ext cx="2360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i="1" dirty="0">
                <a:solidFill>
                  <a:schemeClr val="tx2"/>
                </a:solidFill>
                <a:cs typeface="Arial" panose="020B0604020202020204" pitchFamily="34" charset="0"/>
              </a:rPr>
              <a:t>The figure reveals a set of diverse exploration strategies within the human population and confirms that RR-RL 2 </a:t>
            </a:r>
            <a:r>
              <a:rPr lang="en-GB" sz="1200" b="1" i="1" dirty="0">
                <a:solidFill>
                  <a:schemeClr val="accent6"/>
                </a:solidFill>
                <a:cs typeface="Arial" panose="020B0604020202020204" pitchFamily="34" charset="0"/>
              </a:rPr>
              <a:t>captures</a:t>
            </a:r>
            <a:r>
              <a:rPr lang="en-GB" sz="1200" i="1" dirty="0">
                <a:solidFill>
                  <a:schemeClr val="tx2"/>
                </a:solidFill>
                <a:cs typeface="Arial" panose="020B0604020202020204" pitchFamily="34" charset="0"/>
              </a:rPr>
              <a:t> the overall variability in human exploration </a:t>
            </a:r>
            <a:r>
              <a:rPr lang="en-GB" sz="1200" b="1" i="1" dirty="0">
                <a:solidFill>
                  <a:schemeClr val="accent6"/>
                </a:solidFill>
                <a:cs typeface="Arial" panose="020B0604020202020204" pitchFamily="34" charset="0"/>
              </a:rPr>
              <a:t>appropriately</a:t>
            </a:r>
            <a:r>
              <a:rPr lang="en-GB" sz="1200" i="1" dirty="0">
                <a:solidFill>
                  <a:schemeClr val="tx2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3DF03CC-A8F4-1D97-651F-36B39EB237BC}"/>
              </a:ext>
            </a:extLst>
          </p:cNvPr>
          <p:cNvSpPr txBox="1">
            <a:spLocks/>
          </p:cNvSpPr>
          <p:nvPr/>
        </p:nvSpPr>
        <p:spPr>
          <a:xfrm>
            <a:off x="6333001" y="1073819"/>
            <a:ext cx="864368" cy="225842"/>
          </a:xfrm>
          <a:prstGeom prst="rect">
            <a:avLst/>
          </a:prstGeom>
        </p:spPr>
        <p:txBody>
          <a:bodyPr vert="horz" lIns="36000" tIns="0" rIns="3600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b="1" dirty="0">
                <a:cs typeface="Arial" panose="020B0604020202020204" pitchFamily="34" charset="0"/>
              </a:rPr>
              <a:t>Supported</a:t>
            </a:r>
            <a:endParaRPr lang="en-GB" sz="1200" b="1" dirty="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4AF0CCD-1AC6-65A6-E32E-44BBC995537E}"/>
              </a:ext>
            </a:extLst>
          </p:cNvPr>
          <p:cNvSpPr txBox="1">
            <a:spLocks/>
          </p:cNvSpPr>
          <p:nvPr/>
        </p:nvSpPr>
        <p:spPr>
          <a:xfrm>
            <a:off x="6268707" y="2678169"/>
            <a:ext cx="992951" cy="225842"/>
          </a:xfrm>
          <a:prstGeom prst="rect">
            <a:avLst/>
          </a:prstGeom>
        </p:spPr>
        <p:txBody>
          <a:bodyPr vert="horz" lIns="36000" tIns="0" rIns="3600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b="1" dirty="0">
                <a:cs typeface="Arial" panose="020B0604020202020204" pitchFamily="34" charset="0"/>
              </a:rPr>
              <a:t>Refuted</a:t>
            </a:r>
            <a:endParaRPr lang="en-GB" sz="1200" b="1" dirty="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0AC995-8D35-E9B9-EB01-28C5BBF10CFD}"/>
              </a:ext>
            </a:extLst>
          </p:cNvPr>
          <p:cNvCxnSpPr>
            <a:cxnSpLocks/>
          </p:cNvCxnSpPr>
          <p:nvPr/>
        </p:nvCxnSpPr>
        <p:spPr>
          <a:xfrm>
            <a:off x="2291817" y="1993955"/>
            <a:ext cx="0" cy="1325508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1CEF1A3-F785-96DE-1F48-2D645C244D26}"/>
              </a:ext>
            </a:extLst>
          </p:cNvPr>
          <p:cNvCxnSpPr>
            <a:cxnSpLocks/>
          </p:cNvCxnSpPr>
          <p:nvPr/>
        </p:nvCxnSpPr>
        <p:spPr>
          <a:xfrm>
            <a:off x="4086979" y="1993955"/>
            <a:ext cx="0" cy="1325508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E5C515C-6670-65C3-453E-41B2F3D4C106}"/>
              </a:ext>
            </a:extLst>
          </p:cNvPr>
          <p:cNvCxnSpPr>
            <a:cxnSpLocks/>
          </p:cNvCxnSpPr>
          <p:nvPr/>
        </p:nvCxnSpPr>
        <p:spPr>
          <a:xfrm>
            <a:off x="118630" y="1844632"/>
            <a:ext cx="7189643" cy="0"/>
          </a:xfrm>
          <a:prstGeom prst="line">
            <a:avLst/>
          </a:prstGeom>
          <a:ln w="9525">
            <a:solidFill>
              <a:schemeClr val="accent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1347E50-8528-1B14-F6B3-2CBC915E4022}"/>
              </a:ext>
            </a:extLst>
          </p:cNvPr>
          <p:cNvCxnSpPr>
            <a:cxnSpLocks/>
          </p:cNvCxnSpPr>
          <p:nvPr/>
        </p:nvCxnSpPr>
        <p:spPr>
          <a:xfrm>
            <a:off x="2291817" y="385023"/>
            <a:ext cx="0" cy="1325508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1520C6D-59BB-4A1C-A9E6-7579E7B24CED}"/>
              </a:ext>
            </a:extLst>
          </p:cNvPr>
          <p:cNvCxnSpPr>
            <a:cxnSpLocks/>
          </p:cNvCxnSpPr>
          <p:nvPr/>
        </p:nvCxnSpPr>
        <p:spPr>
          <a:xfrm>
            <a:off x="4086979" y="385023"/>
            <a:ext cx="0" cy="1325508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907F31-F5DD-BE13-06C0-00C2298B2315}"/>
              </a:ext>
            </a:extLst>
          </p:cNvPr>
          <p:cNvSpPr/>
          <p:nvPr/>
        </p:nvSpPr>
        <p:spPr>
          <a:xfrm>
            <a:off x="4684745" y="19506"/>
            <a:ext cx="1034567" cy="2258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anose="020B0604020202020204" pitchFamily="34" charset="0"/>
              </a:rPr>
              <a:t>Context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BD05A-AAA2-9C7A-7794-417CA5142218}"/>
              </a:ext>
            </a:extLst>
          </p:cNvPr>
          <p:cNvSpPr txBox="1"/>
          <p:nvPr/>
        </p:nvSpPr>
        <p:spPr>
          <a:xfrm>
            <a:off x="4122403" y="403324"/>
            <a:ext cx="2069325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050" i="1" dirty="0">
                <a:solidFill>
                  <a:schemeClr val="tx2"/>
                </a:solidFill>
              </a:rPr>
              <a:t>Finally, we compared the probit </a:t>
            </a:r>
            <a:r>
              <a:rPr lang="en-GB" sz="1050" i="1" dirty="0">
                <a:solidFill>
                  <a:schemeClr val="accent3"/>
                </a:solidFill>
              </a:rPr>
              <a:t>regression coefficients </a:t>
            </a:r>
            <a:r>
              <a:rPr lang="en-GB" sz="1050" i="1" dirty="0">
                <a:solidFill>
                  <a:schemeClr val="tx2"/>
                </a:solidFill>
              </a:rPr>
              <a:t>of human participants to the ones of RR-RL2. Figure 1 (b) shows a </a:t>
            </a:r>
            <a:r>
              <a:rPr lang="en-GB" sz="1050" i="1" dirty="0">
                <a:solidFill>
                  <a:schemeClr val="accent3"/>
                </a:solidFill>
              </a:rPr>
              <a:t>two-dimensional UMAP embedding</a:t>
            </a:r>
            <a:r>
              <a:rPr lang="en-GB" sz="1050" i="1" dirty="0">
                <a:solidFill>
                  <a:schemeClr val="tx2"/>
                </a:solidFill>
              </a:rPr>
              <a:t> (McInnes et al., 2018) of these coefficients.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FEB2FD-1BBA-A674-9075-21EECE72A659}"/>
              </a:ext>
            </a:extLst>
          </p:cNvPr>
          <p:cNvSpPr txBox="1"/>
          <p:nvPr/>
        </p:nvSpPr>
        <p:spPr>
          <a:xfrm>
            <a:off x="4122407" y="1993956"/>
            <a:ext cx="2069322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050" i="1" dirty="0">
                <a:solidFill>
                  <a:schemeClr val="tx2"/>
                </a:solidFill>
              </a:rPr>
              <a:t>Finally, we compared the probit </a:t>
            </a:r>
            <a:r>
              <a:rPr lang="en-GB" sz="1050" i="1" dirty="0">
                <a:solidFill>
                  <a:schemeClr val="accent3"/>
                </a:solidFill>
              </a:rPr>
              <a:t>regression coefficients </a:t>
            </a:r>
            <a:r>
              <a:rPr lang="en-GB" sz="1050" i="1" dirty="0">
                <a:solidFill>
                  <a:schemeClr val="tx2"/>
                </a:solidFill>
              </a:rPr>
              <a:t>of human participants to the ones of RR-RL2. Figure 1 (b) shows a </a:t>
            </a:r>
            <a:r>
              <a:rPr lang="en-GB" sz="1050" i="1" dirty="0">
                <a:solidFill>
                  <a:schemeClr val="accent3"/>
                </a:solidFill>
              </a:rPr>
              <a:t>two-dimensional UMAP embedding </a:t>
            </a:r>
            <a:r>
              <a:rPr lang="en-GB" sz="1050" i="1" dirty="0">
                <a:solidFill>
                  <a:schemeClr val="tx2"/>
                </a:solidFill>
              </a:rPr>
              <a:t>(McInnes et al., 2018) of these coefficients.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9B1B28-2ED8-BC97-5022-751459D3451C}"/>
              </a:ext>
            </a:extLst>
          </p:cNvPr>
          <p:cNvCxnSpPr>
            <a:cxnSpLocks/>
          </p:cNvCxnSpPr>
          <p:nvPr/>
        </p:nvCxnSpPr>
        <p:spPr>
          <a:xfrm>
            <a:off x="6255905" y="1993955"/>
            <a:ext cx="0" cy="1325508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4B303F-96C6-6CE1-3B95-C2276087A31F}"/>
              </a:ext>
            </a:extLst>
          </p:cNvPr>
          <p:cNvCxnSpPr>
            <a:cxnSpLocks/>
          </p:cNvCxnSpPr>
          <p:nvPr/>
        </p:nvCxnSpPr>
        <p:spPr>
          <a:xfrm>
            <a:off x="6255905" y="385023"/>
            <a:ext cx="0" cy="1325508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6D7C3FF-5F9A-13BA-9A28-FF5267CA1A05}"/>
              </a:ext>
            </a:extLst>
          </p:cNvPr>
          <p:cNvGrpSpPr/>
          <p:nvPr/>
        </p:nvGrpSpPr>
        <p:grpSpPr>
          <a:xfrm>
            <a:off x="6615542" y="717006"/>
            <a:ext cx="299286" cy="356813"/>
            <a:chOff x="6212602" y="1182585"/>
            <a:chExt cx="299286" cy="356813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7FC39BE-485C-707C-CD0E-FAB84101ECA7}"/>
                </a:ext>
              </a:extLst>
            </p:cNvPr>
            <p:cNvSpPr/>
            <p:nvPr/>
          </p:nvSpPr>
          <p:spPr>
            <a:xfrm>
              <a:off x="6212602" y="1182585"/>
              <a:ext cx="299286" cy="356813"/>
            </a:xfrm>
            <a:custGeom>
              <a:avLst/>
              <a:gdLst>
                <a:gd name="connsiteX0" fmla="*/ 284053 w 299286"/>
                <a:gd name="connsiteY0" fmla="*/ 65380 h 356813"/>
                <a:gd name="connsiteX1" fmla="*/ 162148 w 299286"/>
                <a:gd name="connsiteY1" fmla="*/ 5727 h 356813"/>
                <a:gd name="connsiteX2" fmla="*/ 138854 w 299286"/>
                <a:gd name="connsiteY2" fmla="*/ 4011 h 356813"/>
                <a:gd name="connsiteX3" fmla="*/ 137139 w 299286"/>
                <a:gd name="connsiteY3" fmla="*/ 5727 h 356813"/>
                <a:gd name="connsiteX4" fmla="*/ 15234 w 299286"/>
                <a:gd name="connsiteY4" fmla="*/ 65380 h 356813"/>
                <a:gd name="connsiteX5" fmla="*/ 0 w 299286"/>
                <a:gd name="connsiteY5" fmla="*/ 82235 h 356813"/>
                <a:gd name="connsiteX6" fmla="*/ 0 w 299286"/>
                <a:gd name="connsiteY6" fmla="*/ 124759 h 356813"/>
                <a:gd name="connsiteX7" fmla="*/ 140438 w 299286"/>
                <a:gd name="connsiteY7" fmla="*/ 354110 h 356813"/>
                <a:gd name="connsiteX8" fmla="*/ 158848 w 299286"/>
                <a:gd name="connsiteY8" fmla="*/ 354110 h 356813"/>
                <a:gd name="connsiteX9" fmla="*/ 299286 w 299286"/>
                <a:gd name="connsiteY9" fmla="*/ 124759 h 356813"/>
                <a:gd name="connsiteX10" fmla="*/ 299286 w 299286"/>
                <a:gd name="connsiteY10" fmla="*/ 82235 h 356813"/>
                <a:gd name="connsiteX11" fmla="*/ 284053 w 299286"/>
                <a:gd name="connsiteY11" fmla="*/ 65380 h 356813"/>
                <a:gd name="connsiteX12" fmla="*/ 270652 w 299286"/>
                <a:gd name="connsiteY12" fmla="*/ 124759 h 356813"/>
                <a:gd name="connsiteX13" fmla="*/ 153408 w 299286"/>
                <a:gd name="connsiteY13" fmla="*/ 323335 h 356813"/>
                <a:gd name="connsiteX14" fmla="*/ 149646 w 299286"/>
                <a:gd name="connsiteY14" fmla="*/ 325938 h 356813"/>
                <a:gd name="connsiteX15" fmla="*/ 145888 w 299286"/>
                <a:gd name="connsiteY15" fmla="*/ 323335 h 356813"/>
                <a:gd name="connsiteX16" fmla="*/ 28631 w 299286"/>
                <a:gd name="connsiteY16" fmla="*/ 124759 h 356813"/>
                <a:gd name="connsiteX17" fmla="*/ 28631 w 299286"/>
                <a:gd name="connsiteY17" fmla="*/ 92816 h 356813"/>
                <a:gd name="connsiteX18" fmla="*/ 34199 w 299286"/>
                <a:gd name="connsiteY18" fmla="*/ 91935 h 356813"/>
                <a:gd name="connsiteX19" fmla="*/ 145165 w 299286"/>
                <a:gd name="connsiteY19" fmla="*/ 38190 h 356813"/>
                <a:gd name="connsiteX20" fmla="*/ 149641 w 299286"/>
                <a:gd name="connsiteY20" fmla="*/ 34067 h 356813"/>
                <a:gd name="connsiteX21" fmla="*/ 154121 w 299286"/>
                <a:gd name="connsiteY21" fmla="*/ 38190 h 356813"/>
                <a:gd name="connsiteX22" fmla="*/ 265083 w 299286"/>
                <a:gd name="connsiteY22" fmla="*/ 91935 h 356813"/>
                <a:gd name="connsiteX23" fmla="*/ 270652 w 299286"/>
                <a:gd name="connsiteY23" fmla="*/ 92816 h 356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9286" h="356813">
                  <a:moveTo>
                    <a:pt x="284053" y="65380"/>
                  </a:moveTo>
                  <a:cubicBezTo>
                    <a:pt x="237328" y="61658"/>
                    <a:pt x="193758" y="40338"/>
                    <a:pt x="162148" y="5727"/>
                  </a:cubicBezTo>
                  <a:cubicBezTo>
                    <a:pt x="156189" y="-1179"/>
                    <a:pt x="145761" y="-1947"/>
                    <a:pt x="138854" y="4011"/>
                  </a:cubicBezTo>
                  <a:cubicBezTo>
                    <a:pt x="138241" y="4540"/>
                    <a:pt x="137668" y="5114"/>
                    <a:pt x="137139" y="5727"/>
                  </a:cubicBezTo>
                  <a:cubicBezTo>
                    <a:pt x="105529" y="40338"/>
                    <a:pt x="61959" y="61658"/>
                    <a:pt x="15234" y="65380"/>
                  </a:cubicBezTo>
                  <a:cubicBezTo>
                    <a:pt x="6552" y="66193"/>
                    <a:pt x="-65" y="73514"/>
                    <a:pt x="0" y="82235"/>
                  </a:cubicBezTo>
                  <a:lnTo>
                    <a:pt x="0" y="124759"/>
                  </a:lnTo>
                  <a:cubicBezTo>
                    <a:pt x="0" y="217210"/>
                    <a:pt x="58799" y="301779"/>
                    <a:pt x="140438" y="354110"/>
                  </a:cubicBezTo>
                  <a:cubicBezTo>
                    <a:pt x="146046" y="357714"/>
                    <a:pt x="153241" y="357714"/>
                    <a:pt x="158848" y="354110"/>
                  </a:cubicBezTo>
                  <a:cubicBezTo>
                    <a:pt x="240488" y="301766"/>
                    <a:pt x="299286" y="217210"/>
                    <a:pt x="299286" y="124759"/>
                  </a:cubicBezTo>
                  <a:lnTo>
                    <a:pt x="299286" y="82235"/>
                  </a:lnTo>
                  <a:cubicBezTo>
                    <a:pt x="299352" y="73514"/>
                    <a:pt x="292735" y="66193"/>
                    <a:pt x="284053" y="65380"/>
                  </a:cubicBezTo>
                  <a:close/>
                  <a:moveTo>
                    <a:pt x="270652" y="124759"/>
                  </a:moveTo>
                  <a:cubicBezTo>
                    <a:pt x="270652" y="198329"/>
                    <a:pt x="226823" y="272545"/>
                    <a:pt x="153408" y="323335"/>
                  </a:cubicBezTo>
                  <a:lnTo>
                    <a:pt x="149646" y="325938"/>
                  </a:lnTo>
                  <a:lnTo>
                    <a:pt x="145888" y="323335"/>
                  </a:lnTo>
                  <a:cubicBezTo>
                    <a:pt x="72468" y="272541"/>
                    <a:pt x="28631" y="198307"/>
                    <a:pt x="28631" y="124759"/>
                  </a:cubicBezTo>
                  <a:lnTo>
                    <a:pt x="28631" y="92816"/>
                  </a:lnTo>
                  <a:lnTo>
                    <a:pt x="34199" y="91935"/>
                  </a:lnTo>
                  <a:cubicBezTo>
                    <a:pt x="75685" y="85375"/>
                    <a:pt x="114298" y="66673"/>
                    <a:pt x="145165" y="38190"/>
                  </a:cubicBezTo>
                  <a:lnTo>
                    <a:pt x="149641" y="34067"/>
                  </a:lnTo>
                  <a:lnTo>
                    <a:pt x="154121" y="38190"/>
                  </a:lnTo>
                  <a:cubicBezTo>
                    <a:pt x="184987" y="66673"/>
                    <a:pt x="223599" y="85375"/>
                    <a:pt x="265083" y="91935"/>
                  </a:cubicBezTo>
                  <a:lnTo>
                    <a:pt x="270652" y="92816"/>
                  </a:lnTo>
                  <a:close/>
                </a:path>
              </a:pathLst>
            </a:custGeom>
            <a:solidFill>
              <a:schemeClr val="accent5"/>
            </a:solidFill>
            <a:ln w="43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A7F7D2F-DCC3-D0D9-5920-659D126A1186}"/>
                </a:ext>
              </a:extLst>
            </p:cNvPr>
            <p:cNvSpPr/>
            <p:nvPr/>
          </p:nvSpPr>
          <p:spPr>
            <a:xfrm>
              <a:off x="6254449" y="1234515"/>
              <a:ext cx="215588" cy="257897"/>
            </a:xfrm>
            <a:custGeom>
              <a:avLst/>
              <a:gdLst>
                <a:gd name="connsiteX0" fmla="*/ 107794 w 215588"/>
                <a:gd name="connsiteY0" fmla="*/ 0 h 257897"/>
                <a:gd name="connsiteX1" fmla="*/ 0 w 215588"/>
                <a:gd name="connsiteY1" fmla="*/ 52089 h 257897"/>
                <a:gd name="connsiteX2" fmla="*/ 0 w 215588"/>
                <a:gd name="connsiteY2" fmla="*/ 72829 h 257897"/>
                <a:gd name="connsiteX3" fmla="*/ 107799 w 215588"/>
                <a:gd name="connsiteY3" fmla="*/ 257898 h 257897"/>
                <a:gd name="connsiteX4" fmla="*/ 215589 w 215588"/>
                <a:gd name="connsiteY4" fmla="*/ 72829 h 257897"/>
                <a:gd name="connsiteX5" fmla="*/ 215589 w 215588"/>
                <a:gd name="connsiteY5" fmla="*/ 52089 h 257897"/>
                <a:gd name="connsiteX6" fmla="*/ 107794 w 215588"/>
                <a:gd name="connsiteY6" fmla="*/ 0 h 257897"/>
                <a:gd name="connsiteX7" fmla="*/ 96481 w 215588"/>
                <a:gd name="connsiteY7" fmla="*/ 172007 h 257897"/>
                <a:gd name="connsiteX8" fmla="*/ 51935 w 215588"/>
                <a:gd name="connsiteY8" fmla="*/ 127455 h 257897"/>
                <a:gd name="connsiteX9" fmla="*/ 67071 w 215588"/>
                <a:gd name="connsiteY9" fmla="*/ 112319 h 257897"/>
                <a:gd name="connsiteX10" fmla="*/ 96481 w 215588"/>
                <a:gd name="connsiteY10" fmla="*/ 141729 h 257897"/>
                <a:gd name="connsiteX11" fmla="*/ 156711 w 215588"/>
                <a:gd name="connsiteY11" fmla="*/ 81499 h 257897"/>
                <a:gd name="connsiteX12" fmla="*/ 171848 w 215588"/>
                <a:gd name="connsiteY12" fmla="*/ 96640 h 25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5588" h="257897">
                  <a:moveTo>
                    <a:pt x="107794" y="0"/>
                  </a:moveTo>
                  <a:cubicBezTo>
                    <a:pt x="77208" y="26751"/>
                    <a:pt x="39966" y="44747"/>
                    <a:pt x="0" y="52089"/>
                  </a:cubicBezTo>
                  <a:lnTo>
                    <a:pt x="0" y="72829"/>
                  </a:lnTo>
                  <a:cubicBezTo>
                    <a:pt x="0" y="140790"/>
                    <a:pt x="40208" y="209672"/>
                    <a:pt x="107799" y="257898"/>
                  </a:cubicBezTo>
                  <a:cubicBezTo>
                    <a:pt x="175381" y="209681"/>
                    <a:pt x="215589" y="140795"/>
                    <a:pt x="215589" y="72829"/>
                  </a:cubicBezTo>
                  <a:lnTo>
                    <a:pt x="215589" y="52089"/>
                  </a:lnTo>
                  <a:cubicBezTo>
                    <a:pt x="175623" y="44747"/>
                    <a:pt x="138381" y="26751"/>
                    <a:pt x="107794" y="0"/>
                  </a:cubicBezTo>
                  <a:close/>
                  <a:moveTo>
                    <a:pt x="96481" y="172007"/>
                  </a:moveTo>
                  <a:lnTo>
                    <a:pt x="51935" y="127455"/>
                  </a:lnTo>
                  <a:lnTo>
                    <a:pt x="67071" y="112319"/>
                  </a:lnTo>
                  <a:lnTo>
                    <a:pt x="96481" y="141729"/>
                  </a:lnTo>
                  <a:lnTo>
                    <a:pt x="156711" y="81499"/>
                  </a:lnTo>
                  <a:lnTo>
                    <a:pt x="171848" y="96640"/>
                  </a:lnTo>
                  <a:close/>
                </a:path>
              </a:pathLst>
            </a:custGeom>
            <a:solidFill>
              <a:schemeClr val="accent2"/>
            </a:solidFill>
            <a:ln w="43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566F4B7-A2F7-F72F-71D0-41A85B6CF65A}"/>
              </a:ext>
            </a:extLst>
          </p:cNvPr>
          <p:cNvGrpSpPr/>
          <p:nvPr/>
        </p:nvGrpSpPr>
        <p:grpSpPr>
          <a:xfrm>
            <a:off x="6615913" y="2325293"/>
            <a:ext cx="299286" cy="356817"/>
            <a:chOff x="6602703" y="1182585"/>
            <a:chExt cx="299286" cy="356817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157054B-4837-6800-ACBB-95C57296F02C}"/>
                </a:ext>
              </a:extLst>
            </p:cNvPr>
            <p:cNvSpPr/>
            <p:nvPr/>
          </p:nvSpPr>
          <p:spPr>
            <a:xfrm>
              <a:off x="6602703" y="1182585"/>
              <a:ext cx="299286" cy="356817"/>
            </a:xfrm>
            <a:custGeom>
              <a:avLst/>
              <a:gdLst>
                <a:gd name="connsiteX0" fmla="*/ 284053 w 299286"/>
                <a:gd name="connsiteY0" fmla="*/ 65389 h 356817"/>
                <a:gd name="connsiteX1" fmla="*/ 162148 w 299286"/>
                <a:gd name="connsiteY1" fmla="*/ 5727 h 356817"/>
                <a:gd name="connsiteX2" fmla="*/ 138854 w 299286"/>
                <a:gd name="connsiteY2" fmla="*/ 4011 h 356817"/>
                <a:gd name="connsiteX3" fmla="*/ 137139 w 299286"/>
                <a:gd name="connsiteY3" fmla="*/ 5727 h 356817"/>
                <a:gd name="connsiteX4" fmla="*/ 15234 w 299286"/>
                <a:gd name="connsiteY4" fmla="*/ 65389 h 356817"/>
                <a:gd name="connsiteX5" fmla="*/ 0 w 299286"/>
                <a:gd name="connsiteY5" fmla="*/ 82239 h 356817"/>
                <a:gd name="connsiteX6" fmla="*/ 0 w 299286"/>
                <a:gd name="connsiteY6" fmla="*/ 124764 h 356817"/>
                <a:gd name="connsiteX7" fmla="*/ 140438 w 299286"/>
                <a:gd name="connsiteY7" fmla="*/ 354115 h 356817"/>
                <a:gd name="connsiteX8" fmla="*/ 158848 w 299286"/>
                <a:gd name="connsiteY8" fmla="*/ 354115 h 356817"/>
                <a:gd name="connsiteX9" fmla="*/ 299286 w 299286"/>
                <a:gd name="connsiteY9" fmla="*/ 124764 h 356817"/>
                <a:gd name="connsiteX10" fmla="*/ 299286 w 299286"/>
                <a:gd name="connsiteY10" fmla="*/ 82239 h 356817"/>
                <a:gd name="connsiteX11" fmla="*/ 284053 w 299286"/>
                <a:gd name="connsiteY11" fmla="*/ 65389 h 356817"/>
                <a:gd name="connsiteX12" fmla="*/ 270652 w 299286"/>
                <a:gd name="connsiteY12" fmla="*/ 124764 h 356817"/>
                <a:gd name="connsiteX13" fmla="*/ 153403 w 299286"/>
                <a:gd name="connsiteY13" fmla="*/ 323343 h 356817"/>
                <a:gd name="connsiteX14" fmla="*/ 149641 w 299286"/>
                <a:gd name="connsiteY14" fmla="*/ 325947 h 356817"/>
                <a:gd name="connsiteX15" fmla="*/ 145883 w 299286"/>
                <a:gd name="connsiteY15" fmla="*/ 323343 h 356817"/>
                <a:gd name="connsiteX16" fmla="*/ 28631 w 299286"/>
                <a:gd name="connsiteY16" fmla="*/ 124764 h 356817"/>
                <a:gd name="connsiteX17" fmla="*/ 28631 w 299286"/>
                <a:gd name="connsiteY17" fmla="*/ 92821 h 356817"/>
                <a:gd name="connsiteX18" fmla="*/ 34199 w 299286"/>
                <a:gd name="connsiteY18" fmla="*/ 91940 h 356817"/>
                <a:gd name="connsiteX19" fmla="*/ 145165 w 299286"/>
                <a:gd name="connsiteY19" fmla="*/ 38194 h 356817"/>
                <a:gd name="connsiteX20" fmla="*/ 149641 w 299286"/>
                <a:gd name="connsiteY20" fmla="*/ 34067 h 356817"/>
                <a:gd name="connsiteX21" fmla="*/ 154121 w 299286"/>
                <a:gd name="connsiteY21" fmla="*/ 38194 h 356817"/>
                <a:gd name="connsiteX22" fmla="*/ 265083 w 299286"/>
                <a:gd name="connsiteY22" fmla="*/ 91940 h 356817"/>
                <a:gd name="connsiteX23" fmla="*/ 270652 w 299286"/>
                <a:gd name="connsiteY23" fmla="*/ 92821 h 35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9286" h="356817">
                  <a:moveTo>
                    <a:pt x="284053" y="65389"/>
                  </a:moveTo>
                  <a:cubicBezTo>
                    <a:pt x="237327" y="61661"/>
                    <a:pt x="193759" y="40338"/>
                    <a:pt x="162148" y="5727"/>
                  </a:cubicBezTo>
                  <a:cubicBezTo>
                    <a:pt x="156189" y="-1179"/>
                    <a:pt x="145761" y="-1947"/>
                    <a:pt x="138854" y="4011"/>
                  </a:cubicBezTo>
                  <a:cubicBezTo>
                    <a:pt x="138241" y="4540"/>
                    <a:pt x="137668" y="5114"/>
                    <a:pt x="137139" y="5727"/>
                  </a:cubicBezTo>
                  <a:cubicBezTo>
                    <a:pt x="105528" y="40338"/>
                    <a:pt x="61959" y="61661"/>
                    <a:pt x="15234" y="65389"/>
                  </a:cubicBezTo>
                  <a:cubicBezTo>
                    <a:pt x="6553" y="66200"/>
                    <a:pt x="-65" y="73519"/>
                    <a:pt x="0" y="82239"/>
                  </a:cubicBezTo>
                  <a:lnTo>
                    <a:pt x="0" y="124764"/>
                  </a:lnTo>
                  <a:cubicBezTo>
                    <a:pt x="0" y="217214"/>
                    <a:pt x="58799" y="301784"/>
                    <a:pt x="140438" y="354115"/>
                  </a:cubicBezTo>
                  <a:cubicBezTo>
                    <a:pt x="146046" y="357718"/>
                    <a:pt x="153241" y="357718"/>
                    <a:pt x="158848" y="354115"/>
                  </a:cubicBezTo>
                  <a:cubicBezTo>
                    <a:pt x="240488" y="301766"/>
                    <a:pt x="299286" y="217214"/>
                    <a:pt x="299286" y="124764"/>
                  </a:cubicBezTo>
                  <a:lnTo>
                    <a:pt x="299286" y="82239"/>
                  </a:lnTo>
                  <a:cubicBezTo>
                    <a:pt x="299352" y="73519"/>
                    <a:pt x="292734" y="66200"/>
                    <a:pt x="284053" y="65389"/>
                  </a:cubicBezTo>
                  <a:close/>
                  <a:moveTo>
                    <a:pt x="270652" y="124764"/>
                  </a:moveTo>
                  <a:cubicBezTo>
                    <a:pt x="270652" y="198333"/>
                    <a:pt x="226823" y="272554"/>
                    <a:pt x="153403" y="323343"/>
                  </a:cubicBezTo>
                  <a:lnTo>
                    <a:pt x="149641" y="325947"/>
                  </a:lnTo>
                  <a:lnTo>
                    <a:pt x="145883" y="323343"/>
                  </a:lnTo>
                  <a:cubicBezTo>
                    <a:pt x="72464" y="272550"/>
                    <a:pt x="28631" y="198315"/>
                    <a:pt x="28631" y="124764"/>
                  </a:cubicBezTo>
                  <a:lnTo>
                    <a:pt x="28631" y="92821"/>
                  </a:lnTo>
                  <a:lnTo>
                    <a:pt x="34199" y="91940"/>
                  </a:lnTo>
                  <a:cubicBezTo>
                    <a:pt x="75684" y="85376"/>
                    <a:pt x="114296" y="66675"/>
                    <a:pt x="145165" y="38194"/>
                  </a:cubicBezTo>
                  <a:lnTo>
                    <a:pt x="149641" y="34067"/>
                  </a:lnTo>
                  <a:lnTo>
                    <a:pt x="154121" y="38194"/>
                  </a:lnTo>
                  <a:cubicBezTo>
                    <a:pt x="184989" y="66675"/>
                    <a:pt x="223599" y="85377"/>
                    <a:pt x="265083" y="91940"/>
                  </a:cubicBezTo>
                  <a:lnTo>
                    <a:pt x="270652" y="92821"/>
                  </a:lnTo>
                  <a:close/>
                </a:path>
              </a:pathLst>
            </a:custGeom>
            <a:solidFill>
              <a:schemeClr val="accent4"/>
            </a:solidFill>
            <a:ln w="43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B3AF500-8713-0E35-CE7B-1AD648D8B1D5}"/>
                </a:ext>
              </a:extLst>
            </p:cNvPr>
            <p:cNvSpPr/>
            <p:nvPr/>
          </p:nvSpPr>
          <p:spPr>
            <a:xfrm>
              <a:off x="6644550" y="1234520"/>
              <a:ext cx="215588" cy="257902"/>
            </a:xfrm>
            <a:custGeom>
              <a:avLst/>
              <a:gdLst>
                <a:gd name="connsiteX0" fmla="*/ 107794 w 215588"/>
                <a:gd name="connsiteY0" fmla="*/ 0 h 257902"/>
                <a:gd name="connsiteX1" fmla="*/ 0 w 215588"/>
                <a:gd name="connsiteY1" fmla="*/ 52089 h 257902"/>
                <a:gd name="connsiteX2" fmla="*/ 0 w 215588"/>
                <a:gd name="connsiteY2" fmla="*/ 72829 h 257902"/>
                <a:gd name="connsiteX3" fmla="*/ 107794 w 215588"/>
                <a:gd name="connsiteY3" fmla="*/ 257902 h 257902"/>
                <a:gd name="connsiteX4" fmla="*/ 215589 w 215588"/>
                <a:gd name="connsiteY4" fmla="*/ 72829 h 257902"/>
                <a:gd name="connsiteX5" fmla="*/ 215589 w 215588"/>
                <a:gd name="connsiteY5" fmla="*/ 52089 h 257902"/>
                <a:gd name="connsiteX6" fmla="*/ 107794 w 215588"/>
                <a:gd name="connsiteY6" fmla="*/ 0 h 257902"/>
                <a:gd name="connsiteX7" fmla="*/ 156125 w 215588"/>
                <a:gd name="connsiteY7" fmla="*/ 159962 h 257902"/>
                <a:gd name="connsiteX8" fmla="*/ 140989 w 215588"/>
                <a:gd name="connsiteY8" fmla="*/ 175099 h 257902"/>
                <a:gd name="connsiteX9" fmla="*/ 107508 w 215588"/>
                <a:gd name="connsiteY9" fmla="*/ 141619 h 257902"/>
                <a:gd name="connsiteX10" fmla="*/ 74027 w 215588"/>
                <a:gd name="connsiteY10" fmla="*/ 175099 h 257902"/>
                <a:gd name="connsiteX11" fmla="*/ 58917 w 215588"/>
                <a:gd name="connsiteY11" fmla="*/ 159962 h 257902"/>
                <a:gd name="connsiteX12" fmla="*/ 92398 w 215588"/>
                <a:gd name="connsiteY12" fmla="*/ 126482 h 257902"/>
                <a:gd name="connsiteX13" fmla="*/ 58917 w 215588"/>
                <a:gd name="connsiteY13" fmla="*/ 93001 h 257902"/>
                <a:gd name="connsiteX14" fmla="*/ 74054 w 215588"/>
                <a:gd name="connsiteY14" fmla="*/ 77864 h 257902"/>
                <a:gd name="connsiteX15" fmla="*/ 107534 w 215588"/>
                <a:gd name="connsiteY15" fmla="*/ 111345 h 257902"/>
                <a:gd name="connsiteX16" fmla="*/ 141015 w 215588"/>
                <a:gd name="connsiteY16" fmla="*/ 77864 h 257902"/>
                <a:gd name="connsiteX17" fmla="*/ 156125 w 215588"/>
                <a:gd name="connsiteY17" fmla="*/ 93001 h 257902"/>
                <a:gd name="connsiteX18" fmla="*/ 122645 w 215588"/>
                <a:gd name="connsiteY18" fmla="*/ 126482 h 257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15588" h="257902">
                  <a:moveTo>
                    <a:pt x="107794" y="0"/>
                  </a:moveTo>
                  <a:cubicBezTo>
                    <a:pt x="77207" y="26750"/>
                    <a:pt x="39965" y="44746"/>
                    <a:pt x="0" y="52089"/>
                  </a:cubicBezTo>
                  <a:lnTo>
                    <a:pt x="0" y="72829"/>
                  </a:lnTo>
                  <a:cubicBezTo>
                    <a:pt x="0" y="140790"/>
                    <a:pt x="40208" y="209677"/>
                    <a:pt x="107794" y="257902"/>
                  </a:cubicBezTo>
                  <a:cubicBezTo>
                    <a:pt x="175381" y="209681"/>
                    <a:pt x="215589" y="140795"/>
                    <a:pt x="215589" y="72829"/>
                  </a:cubicBezTo>
                  <a:lnTo>
                    <a:pt x="215589" y="52089"/>
                  </a:lnTo>
                  <a:cubicBezTo>
                    <a:pt x="175623" y="44746"/>
                    <a:pt x="138382" y="26750"/>
                    <a:pt x="107794" y="0"/>
                  </a:cubicBezTo>
                  <a:close/>
                  <a:moveTo>
                    <a:pt x="156125" y="159962"/>
                  </a:moveTo>
                  <a:lnTo>
                    <a:pt x="140989" y="175099"/>
                  </a:lnTo>
                  <a:lnTo>
                    <a:pt x="107508" y="141619"/>
                  </a:lnTo>
                  <a:lnTo>
                    <a:pt x="74027" y="175099"/>
                  </a:lnTo>
                  <a:lnTo>
                    <a:pt x="58917" y="159962"/>
                  </a:lnTo>
                  <a:lnTo>
                    <a:pt x="92398" y="126482"/>
                  </a:lnTo>
                  <a:lnTo>
                    <a:pt x="58917" y="93001"/>
                  </a:lnTo>
                  <a:lnTo>
                    <a:pt x="74054" y="77864"/>
                  </a:lnTo>
                  <a:lnTo>
                    <a:pt x="107534" y="111345"/>
                  </a:lnTo>
                  <a:lnTo>
                    <a:pt x="141015" y="77864"/>
                  </a:lnTo>
                  <a:lnTo>
                    <a:pt x="156125" y="93001"/>
                  </a:lnTo>
                  <a:lnTo>
                    <a:pt x="122645" y="126482"/>
                  </a:lnTo>
                  <a:close/>
                </a:path>
              </a:pathLst>
            </a:custGeom>
            <a:solidFill>
              <a:schemeClr val="accent6"/>
            </a:solidFill>
            <a:ln w="43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4657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459</TotalTime>
  <Words>136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 Display</vt:lpstr>
      <vt:lpstr>Arial</vt:lpstr>
      <vt:lpstr>Aptos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 Greiner-Petter</dc:creator>
  <cp:lastModifiedBy>Andre Greiner-Petter</cp:lastModifiedBy>
  <cp:revision>33</cp:revision>
  <dcterms:modified xsi:type="dcterms:W3CDTF">2026-01-28T09:49:57Z</dcterms:modified>
</cp:coreProperties>
</file>